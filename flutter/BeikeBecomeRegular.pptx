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1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2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3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4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notesSlides/notesSlide5.xml" ContentType="application/vnd.openxmlformats-officedocument.presentationml.notesSlide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notesSlides/notesSlide6.xml" ContentType="application/vnd.openxmlformats-officedocument.presentationml.notesSlide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7.xml" ContentType="application/vnd.openxmlformats-officedocument.presentationml.notesSlide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notesSlides/notesSlide8.xml" ContentType="application/vnd.openxmlformats-officedocument.presentationml.notesSlide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notesSlides/notesSlide9.xml" ContentType="application/vnd.openxmlformats-officedocument.presentationml.notesSlide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notesSlides/notesSlide10.xml" ContentType="application/vnd.openxmlformats-officedocument.presentationml.notesSlide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notesSlides/notesSlide11.xml" ContentType="application/vnd.openxmlformats-officedocument.presentationml.notesSlide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notesSlides/notesSlide12.xml" ContentType="application/vnd.openxmlformats-officedocument.presentationml.notesSlide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notesSlides/notesSlide13.xml" ContentType="application/vnd.openxmlformats-officedocument.presentationml.notesSlide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notesSlides/notesSlide14.xml" ContentType="application/vnd.openxmlformats-officedocument.presentationml.notesSlide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notesSlides/notesSlide15.xml" ContentType="application/vnd.openxmlformats-officedocument.presentationml.notesSlide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notesSlides/notesSlide16.xml" ContentType="application/vnd.openxmlformats-officedocument.presentationml.notesSlide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notesSlides/notesSlide17.xml" ContentType="application/vnd.openxmlformats-officedocument.presentationml.notesSlide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notesSlides/notesSlide18.xml" ContentType="application/vnd.openxmlformats-officedocument.presentationml.notesSlide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61" r:id="rId2"/>
    <p:sldId id="311" r:id="rId3"/>
    <p:sldId id="312" r:id="rId4"/>
    <p:sldId id="651" r:id="rId5"/>
    <p:sldId id="489" r:id="rId6"/>
    <p:sldId id="493" r:id="rId7"/>
    <p:sldId id="495" r:id="rId8"/>
    <p:sldId id="497" r:id="rId9"/>
    <p:sldId id="652" r:id="rId10"/>
    <p:sldId id="645" r:id="rId11"/>
    <p:sldId id="646" r:id="rId12"/>
    <p:sldId id="498" r:id="rId13"/>
    <p:sldId id="500" r:id="rId14"/>
    <p:sldId id="647" r:id="rId15"/>
    <p:sldId id="499" r:id="rId16"/>
    <p:sldId id="490" r:id="rId17"/>
    <p:sldId id="496" r:id="rId18"/>
    <p:sldId id="649" r:id="rId19"/>
    <p:sldId id="491" r:id="rId20"/>
    <p:sldId id="648" r:id="rId21"/>
  </p:sldIdLst>
  <p:sldSz cx="12192000" cy="6858000"/>
  <p:notesSz cx="7104063" cy="102346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50" autoAdjust="0"/>
    <p:restoredTop sz="94660"/>
  </p:normalViewPr>
  <p:slideViewPr>
    <p:cSldViewPr snapToGrid="0">
      <p:cViewPr varScale="1">
        <p:scale>
          <a:sx n="131" d="100"/>
          <a:sy n="131" d="100"/>
        </p:scale>
        <p:origin x="34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2019/6/17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1584" y="1279287"/>
            <a:ext cx="6140577" cy="345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375" y="4925254"/>
            <a:ext cx="5682996" cy="40297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C2AFA361-D73B-4981-A40D-00331061FF6F}" type="datetime1">
              <a:rPr lang="zh-CN" altLang="en-US" smtClean="0"/>
              <a:t>2019/6/17</a:t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103AADE-F20B-4D0B-A89F-AD94CB640CCE}" type="slidenum">
              <a:rPr lang="zh-CN" altLang="en-US" smtClean="0"/>
              <a:t>1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206E784-ABA1-423B-83F5-5F35CB3BC821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C2AFA361-D73B-4981-A40D-00331061FF6F}" type="datetime1">
              <a:rPr lang="zh-CN" altLang="en-US" smtClean="0"/>
              <a:t>2019/6/17</a:t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103AADE-F20B-4D0B-A89F-AD94CB640CCE}" type="slidenum">
              <a:rPr lang="zh-CN" altLang="en-US" smtClean="0"/>
              <a:t>3</a:t>
            </a:fld>
            <a:endParaRPr lang="zh-CN" altLang="en-US" sz="12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9AD698A-D66C-4FA1-BBD8-F72AE9E6E75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软雅黑" charset="-122"/>
              </a:r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微软雅黑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387853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C2AFA361-D73B-4981-A40D-00331061FF6F}" type="datetime1">
              <a:rPr lang="zh-CN" altLang="en-US" smtClean="0"/>
              <a:t>2019/6/17</a:t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103AADE-F20B-4D0B-A89F-AD94CB640CCE}" type="slidenum">
              <a:rPr lang="zh-CN" altLang="en-US" smtClean="0"/>
              <a:t>5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931591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9AD698A-D66C-4FA1-BBD8-F72AE9E6E75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软雅黑" charset="-122"/>
              </a:rPr>
              <a:t>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微软雅黑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146504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9AD698A-D66C-4FA1-BBD8-F72AE9E6E75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软雅黑" charset="-122"/>
              </a:rPr>
              <a:t>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微软雅黑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359410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9AD698A-D66C-4FA1-BBD8-F72AE9E6E75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软雅黑" charset="-122"/>
              </a:rPr>
              <a:t>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微软雅黑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737986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9AD698A-D66C-4FA1-BBD8-F72AE9E6E75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软雅黑" charset="-122"/>
              </a:rPr>
              <a:t>10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微软雅黑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936380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9AD698A-D66C-4FA1-BBD8-F72AE9E6E75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软雅黑" charset="-122"/>
              </a:rPr>
              <a:t>11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微软雅黑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295601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9AD698A-D66C-4FA1-BBD8-F72AE9E6E75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软雅黑" charset="-122"/>
              </a:rPr>
              <a:t>12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微软雅黑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9535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9AD698A-D66C-4FA1-BBD8-F72AE9E6E75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软雅黑" charset="-122"/>
              </a:rPr>
              <a:t>13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微软雅黑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485098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9AD698A-D66C-4FA1-BBD8-F72AE9E6E75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软雅黑" charset="-122"/>
              </a:rPr>
              <a:t>14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微软雅黑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5018015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9AD698A-D66C-4FA1-BBD8-F72AE9E6E75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软雅黑" charset="-122"/>
              </a:rPr>
              <a:t>15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微软雅黑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100642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C2AFA361-D73B-4981-A40D-00331061FF6F}" type="datetime1">
              <a:rPr lang="zh-CN" altLang="en-US" smtClean="0"/>
              <a:t>2019/6/17</a:t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103AADE-F20B-4D0B-A89F-AD94CB640CCE}" type="slidenum">
              <a:rPr lang="zh-CN" altLang="en-US" smtClean="0"/>
              <a:t>16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316315861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9AD698A-D66C-4FA1-BBD8-F72AE9E6E75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软雅黑" charset="-122"/>
              </a:rPr>
              <a:t>17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微软雅黑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0156453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9AD698A-D66C-4FA1-BBD8-F72AE9E6E75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软雅黑" charset="-122"/>
              </a:rPr>
              <a:t>18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微软雅黑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9766254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C2AFA361-D73B-4981-A40D-00331061FF6F}" type="datetime1">
              <a:rPr lang="zh-CN" altLang="en-US" smtClean="0"/>
              <a:t>2019/6/17</a:t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103AADE-F20B-4D0B-A89F-AD94CB640CCE}" type="slidenum">
              <a:rPr lang="zh-CN" altLang="en-US" smtClean="0"/>
              <a:t>19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269458957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9AD698A-D66C-4FA1-BBD8-F72AE9E6E75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软雅黑" charset="-122"/>
              </a:rPr>
              <a:t>20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微软雅黑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644131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5"/>
          <p:cNvSpPr>
            <a:spLocks noChangeArrowheads="1"/>
          </p:cNvSpPr>
          <p:nvPr/>
        </p:nvSpPr>
        <p:spPr bwMode="auto">
          <a:xfrm>
            <a:off x="5858515" y="1567132"/>
            <a:ext cx="544648" cy="532533"/>
          </a:xfrm>
          <a:prstGeom prst="ellipse">
            <a:avLst/>
          </a:prstGeom>
          <a:noFill/>
          <a:ln w="60325" cap="rnd">
            <a:solidFill>
              <a:schemeClr val="accent6"/>
            </a:solidFill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zh-CN">
              <a:solidFill>
                <a:srgbClr val="000000"/>
              </a:solidFill>
              <a:latin typeface="Calibri" panose="020F0502020204030204" pitchFamily="34" charset="0"/>
              <a:sym typeface="宋体" panose="02010600030101010101" pitchFamily="2" charset="-122"/>
            </a:endParaRPr>
          </a:p>
        </p:txBody>
      </p:sp>
      <p:sp>
        <p:nvSpPr>
          <p:cNvPr id="10" name="Oval 12"/>
          <p:cNvSpPr>
            <a:spLocks noChangeArrowheads="1"/>
          </p:cNvSpPr>
          <p:nvPr/>
        </p:nvSpPr>
        <p:spPr bwMode="auto">
          <a:xfrm>
            <a:off x="1524000" y="735877"/>
            <a:ext cx="728663" cy="728662"/>
          </a:xfrm>
          <a:prstGeom prst="ellipse">
            <a:avLst/>
          </a:prstGeom>
          <a:noFill/>
          <a:ln w="60325" cap="rnd">
            <a:solidFill>
              <a:schemeClr val="accent6"/>
            </a:solidFill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zh-CN" dirty="0">
              <a:solidFill>
                <a:srgbClr val="000000"/>
              </a:solidFill>
              <a:latin typeface="Calibri" panose="020F0502020204030204" pitchFamily="34" charset="0"/>
              <a:sym typeface="宋体" panose="02010600030101010101" pitchFamily="2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0178" y="1224721"/>
            <a:ext cx="1357984" cy="1357984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0178" y="677414"/>
            <a:ext cx="381368" cy="381368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9445" y="1997556"/>
            <a:ext cx="464095" cy="464095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6992" y="301695"/>
            <a:ext cx="868363" cy="868363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9978" y="1785187"/>
            <a:ext cx="381368" cy="38136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3765008"/>
            <a:ext cx="9144000" cy="1506573"/>
          </a:xfrm>
        </p:spPr>
        <p:txBody>
          <a:bodyPr anchor="t">
            <a:normAutofit/>
          </a:bodyPr>
          <a:lstStyle>
            <a:lvl1pPr algn="ctr">
              <a:defRPr sz="6600" b="1"/>
            </a:lvl1pPr>
          </a:lstStyle>
          <a:p>
            <a:r>
              <a:rPr lang="zh-CN" altLang="en-US" dirty="0"/>
              <a:t>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2340639"/>
            <a:ext cx="9144000" cy="1298594"/>
          </a:xfrm>
        </p:spPr>
        <p:txBody>
          <a:bodyPr anchor="b">
            <a:normAutofit/>
          </a:bodyPr>
          <a:lstStyle>
            <a:lvl1pPr marL="0" indent="0" algn="ctr">
              <a:buNone/>
              <a:defRPr sz="60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2019/6/17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直接连接符 27"/>
          <p:cNvSpPr>
            <a:spLocks noChangeShapeType="1"/>
          </p:cNvSpPr>
          <p:nvPr/>
        </p:nvSpPr>
        <p:spPr bwMode="auto">
          <a:xfrm>
            <a:off x="1960654" y="5271581"/>
            <a:ext cx="8270692" cy="6461"/>
          </a:xfrm>
          <a:prstGeom prst="line">
            <a:avLst/>
          </a:prstGeom>
          <a:noFill/>
          <a:ln w="6350">
            <a:solidFill>
              <a:schemeClr val="bg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24" name="Oval 5"/>
          <p:cNvSpPr>
            <a:spLocks noChangeArrowheads="1"/>
          </p:cNvSpPr>
          <p:nvPr/>
        </p:nvSpPr>
        <p:spPr bwMode="auto">
          <a:xfrm>
            <a:off x="10156866" y="527720"/>
            <a:ext cx="392248" cy="381368"/>
          </a:xfrm>
          <a:prstGeom prst="ellipse">
            <a:avLst/>
          </a:prstGeom>
          <a:noFill/>
          <a:ln w="60325" cap="rnd">
            <a:solidFill>
              <a:schemeClr val="accent6"/>
            </a:solidFill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zh-CN">
              <a:solidFill>
                <a:srgbClr val="000000"/>
              </a:solidFill>
              <a:latin typeface="Calibri" panose="020F0502020204030204" pitchFamily="34" charset="0"/>
              <a:sym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2019/6/17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3877771"/>
            <a:ext cx="10515600" cy="1334486"/>
          </a:xfrm>
        </p:spPr>
        <p:txBody>
          <a:bodyPr anchor="ctr">
            <a:normAutofit/>
          </a:bodyPr>
          <a:lstStyle>
            <a:lvl1pPr algn="ctr">
              <a:defRPr sz="66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2019/6/17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259783">
            <a:off x="3711374" y="825374"/>
            <a:ext cx="1461459" cy="146145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2019/6/17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2019/6/17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038600" y="2450529"/>
            <a:ext cx="4114799" cy="1692165"/>
          </a:xfrm>
        </p:spPr>
        <p:txBody>
          <a:bodyPr>
            <a:normAutofit/>
          </a:bodyPr>
          <a:lstStyle>
            <a:lvl1pPr algn="ctr">
              <a:defRPr sz="5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2019/6/17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矩形: 圆角 9"/>
          <p:cNvSpPr/>
          <p:nvPr/>
        </p:nvSpPr>
        <p:spPr>
          <a:xfrm>
            <a:off x="4038600" y="2450529"/>
            <a:ext cx="4114801" cy="1692166"/>
          </a:xfrm>
          <a:prstGeom prst="roundRect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326848">
            <a:off x="3668213" y="3421562"/>
            <a:ext cx="1056038" cy="1062464"/>
          </a:xfrm>
          <a:prstGeom prst="rect">
            <a:avLst/>
          </a:prstGeom>
        </p:spPr>
      </p:pic>
      <p:sp>
        <p:nvSpPr>
          <p:cNvPr id="22" name="Oval 12"/>
          <p:cNvSpPr>
            <a:spLocks noChangeArrowheads="1"/>
          </p:cNvSpPr>
          <p:nvPr/>
        </p:nvSpPr>
        <p:spPr bwMode="auto">
          <a:xfrm>
            <a:off x="8424589" y="2062092"/>
            <a:ext cx="359526" cy="365125"/>
          </a:xfrm>
          <a:prstGeom prst="ellipse">
            <a:avLst/>
          </a:prstGeom>
          <a:noFill/>
          <a:ln w="60325" cap="rnd">
            <a:solidFill>
              <a:schemeClr val="accent6"/>
            </a:solidFill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zh-CN" dirty="0">
              <a:solidFill>
                <a:srgbClr val="000000"/>
              </a:solidFill>
              <a:latin typeface="Calibri" panose="020F0502020204030204" pitchFamily="34" charset="0"/>
              <a:sym typeface="宋体" panose="02010600030101010101" pitchFamily="2" charset="-122"/>
            </a:endParaRPr>
          </a:p>
        </p:txBody>
      </p:sp>
      <p:sp>
        <p:nvSpPr>
          <p:cNvPr id="23" name="Oval 12"/>
          <p:cNvSpPr>
            <a:spLocks noChangeArrowheads="1"/>
          </p:cNvSpPr>
          <p:nvPr/>
        </p:nvSpPr>
        <p:spPr bwMode="auto">
          <a:xfrm>
            <a:off x="8978462" y="2743109"/>
            <a:ext cx="733097" cy="728662"/>
          </a:xfrm>
          <a:prstGeom prst="ellipse">
            <a:avLst/>
          </a:prstGeom>
          <a:noFill/>
          <a:ln w="60325" cap="rnd">
            <a:solidFill>
              <a:schemeClr val="accent6"/>
            </a:solidFill>
            <a:miter lim="800000"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zh-CN" dirty="0">
              <a:solidFill>
                <a:srgbClr val="000000"/>
              </a:solidFill>
              <a:latin typeface="Calibri" panose="020F0502020204030204" pitchFamily="34" charset="0"/>
              <a:sym typeface="宋体" panose="02010600030101010101" pitchFamily="2" charset="-122"/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6222" y="1734030"/>
            <a:ext cx="466919" cy="464095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5098" y="3385911"/>
            <a:ext cx="805385" cy="800514"/>
          </a:xfrm>
          <a:prstGeom prst="rect">
            <a:avLst/>
          </a:prstGeom>
        </p:spPr>
      </p:pic>
      <p:sp>
        <p:nvSpPr>
          <p:cNvPr id="26" name="星形: 四角 25"/>
          <p:cNvSpPr/>
          <p:nvPr/>
        </p:nvSpPr>
        <p:spPr>
          <a:xfrm rot="20186560">
            <a:off x="8990836" y="2033373"/>
            <a:ext cx="466919" cy="514055"/>
          </a:xfrm>
          <a:prstGeom prst="star4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3626" y="1415274"/>
            <a:ext cx="952498" cy="946737"/>
          </a:xfrm>
          <a:prstGeom prst="rect">
            <a:avLst/>
          </a:prstGeom>
        </p:spPr>
      </p:pic>
      <p:sp>
        <p:nvSpPr>
          <p:cNvPr id="28" name="Freeform 14"/>
          <p:cNvSpPr>
            <a:spLocks noChangeArrowheads="1"/>
          </p:cNvSpPr>
          <p:nvPr/>
        </p:nvSpPr>
        <p:spPr bwMode="auto">
          <a:xfrm rot="20348132" flipH="1">
            <a:off x="7926453" y="3219521"/>
            <a:ext cx="45719" cy="159845"/>
          </a:xfrm>
          <a:custGeom>
            <a:avLst/>
            <a:gdLst>
              <a:gd name="T0" fmla="*/ 63011844 w 1"/>
              <a:gd name="T1" fmla="*/ 1467301888 h 13"/>
              <a:gd name="T2" fmla="*/ 0 w 1"/>
              <a:gd name="T3" fmla="*/ 0 h 13"/>
              <a:gd name="T4" fmla="*/ 0 60000 65536"/>
              <a:gd name="T5" fmla="*/ 0 60000 65536"/>
              <a:gd name="T6" fmla="*/ 0 w 1"/>
              <a:gd name="T7" fmla="*/ 0 h 13"/>
              <a:gd name="T8" fmla="*/ 1 w 1"/>
              <a:gd name="T9" fmla="*/ 13 h 13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13">
                <a:moveTo>
                  <a:pt x="1" y="13"/>
                </a:moveTo>
                <a:cubicBezTo>
                  <a:pt x="0" y="9"/>
                  <a:pt x="0" y="4"/>
                  <a:pt x="0" y="0"/>
                </a:cubicBezTo>
              </a:path>
            </a:pathLst>
          </a:custGeom>
          <a:noFill/>
          <a:ln w="60325" cap="rnd" cmpd="sng">
            <a:solidFill>
              <a:schemeClr val="bg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endParaRPr lang="zh-CN" altLang="en-US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9" name="Freeform 15"/>
          <p:cNvSpPr>
            <a:spLocks noChangeArrowheads="1"/>
          </p:cNvSpPr>
          <p:nvPr/>
        </p:nvSpPr>
        <p:spPr bwMode="auto">
          <a:xfrm rot="20695216" flipH="1">
            <a:off x="7585238" y="2584257"/>
            <a:ext cx="254236" cy="494990"/>
          </a:xfrm>
          <a:custGeom>
            <a:avLst/>
            <a:gdLst>
              <a:gd name="T0" fmla="*/ 0 w 58"/>
              <a:gd name="T1" fmla="*/ 2147483647 h 55"/>
              <a:gd name="T2" fmla="*/ 2147483647 w 58"/>
              <a:gd name="T3" fmla="*/ 0 h 55"/>
              <a:gd name="T4" fmla="*/ 0 60000 65536"/>
              <a:gd name="T5" fmla="*/ 0 60000 65536"/>
              <a:gd name="T6" fmla="*/ 0 w 58"/>
              <a:gd name="T7" fmla="*/ 0 h 55"/>
              <a:gd name="T8" fmla="*/ 58 w 58"/>
              <a:gd name="T9" fmla="*/ 55 h 5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58" h="55">
                <a:moveTo>
                  <a:pt x="0" y="55"/>
                </a:moveTo>
                <a:cubicBezTo>
                  <a:pt x="10" y="29"/>
                  <a:pt x="31" y="9"/>
                  <a:pt x="58" y="0"/>
                </a:cubicBezTo>
              </a:path>
            </a:pathLst>
          </a:custGeom>
          <a:noFill/>
          <a:ln w="60325" cap="rnd" cmpd="sng">
            <a:solidFill>
              <a:schemeClr val="bg1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endParaRPr lang="zh-CN" altLang="en-US">
              <a:latin typeface="+mn-lt"/>
              <a:ea typeface="+mn-ea"/>
              <a:cs typeface="+mn-ea"/>
              <a:sym typeface="+mn-lt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2019/6/17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7" y="457200"/>
            <a:ext cx="4165200" cy="1600200"/>
          </a:xfrm>
        </p:spPr>
        <p:txBody>
          <a:bodyPr anchor="t" anchorCtr="0">
            <a:normAutofit/>
          </a:bodyPr>
          <a:lstStyle>
            <a:lvl1pPr>
              <a:defRPr sz="36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457200"/>
            <a:ext cx="6170400" cy="540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7" y="2057400"/>
            <a:ext cx="4165200" cy="381158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2019/6/17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2019/6/17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2019/6/17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ags" Target="../tags/tag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5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2019/6/17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KSO_TEMPLATE" hidden="1"/>
          <p:cNvSpPr/>
          <p:nvPr>
            <p:custDataLst>
              <p:tags r:id="rId1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image" Target="../media/image7.png"/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if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29.xml"/><Relationship Id="rId7" Type="http://schemas.openxmlformats.org/officeDocument/2006/relationships/image" Target="../media/image10.png"/><Relationship Id="rId2" Type="http://schemas.openxmlformats.org/officeDocument/2006/relationships/tags" Target="../tags/tag28.xml"/><Relationship Id="rId1" Type="http://schemas.openxmlformats.org/officeDocument/2006/relationships/tags" Target="../tags/tag27.xml"/><Relationship Id="rId6" Type="http://schemas.openxmlformats.org/officeDocument/2006/relationships/image" Target="../media/image9.png"/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tags" Target="../tags/tag33.xml"/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tags" Target="../tags/tag47.xml"/><Relationship Id="rId2" Type="http://schemas.openxmlformats.org/officeDocument/2006/relationships/tags" Target="../tags/tag46.xml"/><Relationship Id="rId1" Type="http://schemas.openxmlformats.org/officeDocument/2006/relationships/tags" Target="../tags/tag45.xml"/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tags" Target="../tags/tag51.xml"/><Relationship Id="rId5" Type="http://schemas.openxmlformats.org/officeDocument/2006/relationships/notesSlide" Target="../notesSlides/notesSlide17.xml"/><Relationship Id="rId4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5" Type="http://schemas.openxmlformats.org/officeDocument/2006/relationships/notesSlide" Target="../notesSlides/notesSlide18.xml"/><Relationship Id="rId4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" Type="http://schemas.openxmlformats.org/officeDocument/2006/relationships/tags" Target="../tags/tag57.xml"/><Relationship Id="rId5" Type="http://schemas.openxmlformats.org/officeDocument/2006/relationships/notesSlide" Target="../notesSlides/notesSlide19.xml"/><Relationship Id="rId4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标题 13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/>
        <p:txBody>
          <a:bodyPr>
            <a:normAutofit fontScale="90000"/>
          </a:bodyPr>
          <a:lstStyle/>
          <a:p>
            <a:pPr algn="r">
              <a:lnSpc>
                <a:spcPct val="120000"/>
              </a:lnSpc>
            </a:pPr>
            <a:r>
              <a:rPr lang="zh-CN" altLang="en-US" sz="4400" dirty="0">
                <a:sym typeface="+mn-lt"/>
              </a:rPr>
              <a:t>人店中心</a:t>
            </a:r>
            <a:r>
              <a:rPr lang="en-US" altLang="zh-CN" sz="4400" dirty="0">
                <a:sym typeface="+mn-lt"/>
              </a:rPr>
              <a:t>/</a:t>
            </a:r>
            <a:r>
              <a:rPr lang="zh-CN" altLang="en-US" sz="4400" dirty="0">
                <a:sym typeface="+mn-lt"/>
              </a:rPr>
              <a:t>客户端架构架构 顾吉涛（</a:t>
            </a:r>
            <a:r>
              <a:rPr lang="en-US" altLang="zh-CN" sz="4400" dirty="0">
                <a:sym typeface="+mn-lt"/>
              </a:rPr>
              <a:t>iOS</a:t>
            </a:r>
            <a:r>
              <a:rPr lang="zh-CN" altLang="en-US" sz="4400" dirty="0">
                <a:sym typeface="+mn-lt"/>
              </a:rPr>
              <a:t>）</a:t>
            </a:r>
          </a:p>
        </p:txBody>
      </p:sp>
      <p:sp>
        <p:nvSpPr>
          <p:cNvPr id="15" name="副标题 14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/>
        <p:txBody>
          <a:bodyPr lIns="90000" tIns="46800" rIns="90000" bIns="46800">
            <a:norm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</a:pPr>
            <a:r>
              <a:rPr lang="zh-CN" altLang="en-US" dirty="0">
                <a:sym typeface="+mn-lt"/>
              </a:rPr>
              <a:t>顾吉涛转正答辩</a:t>
            </a: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3216631" y="509183"/>
            <a:ext cx="5758738" cy="923330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/>
          <a:p>
            <a:pPr algn="ctr"/>
            <a:r>
              <a:rPr lang="zh-CN" altLang="en-US" sz="5400" dirty="0">
                <a:solidFill>
                  <a:schemeClr val="bg1"/>
                </a:solidFill>
                <a:latin typeface="+mj-lt"/>
                <a:ea typeface="+mj-ea"/>
                <a:cs typeface="+mj-cs"/>
                <a:sym typeface="Arial" panose="020B0604020202090204" pitchFamily="34" charset="0"/>
              </a:rPr>
              <a:t>内容提纲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5FF0035-9E9C-D745-84DF-3CE089CFFEC5}"/>
              </a:ext>
            </a:extLst>
          </p:cNvPr>
          <p:cNvSpPr txBox="1"/>
          <p:nvPr/>
        </p:nvSpPr>
        <p:spPr>
          <a:xfrm>
            <a:off x="1293779" y="1926076"/>
            <a:ext cx="10058400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kumimoji="1" lang="zh-CN" altLang="en-US" sz="2800" dirty="0">
                <a:solidFill>
                  <a:schemeClr val="bg1"/>
                </a:solidFill>
              </a:rPr>
              <a:t>基础信息</a:t>
            </a:r>
            <a:endParaRPr kumimoji="1" lang="en-US" altLang="zh-CN" sz="2800" dirty="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endParaRPr kumimoji="1" lang="en-US" altLang="zh-CN" sz="2800" dirty="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kumimoji="1" lang="zh-CN" altLang="en-US" sz="2800" dirty="0">
                <a:solidFill>
                  <a:schemeClr val="bg1"/>
                </a:solidFill>
              </a:rPr>
              <a:t>业绩概述</a:t>
            </a:r>
            <a:endParaRPr kumimoji="1" lang="en-US" altLang="zh-CN" sz="2800" dirty="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endParaRPr kumimoji="1" lang="en-US" altLang="zh-CN" sz="2800" dirty="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kumimoji="1" lang="zh-CN" altLang="en-US" sz="2800" dirty="0">
                <a:solidFill>
                  <a:schemeClr val="bg1"/>
                </a:solidFill>
              </a:rPr>
              <a:t>学习和成长</a:t>
            </a:r>
            <a:endParaRPr kumimoji="1" lang="en-US" altLang="zh-CN" sz="2800" dirty="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endParaRPr kumimoji="1" lang="en-US" altLang="zh-CN" sz="2800" dirty="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kumimoji="1" lang="zh-CN" altLang="en-US" sz="2800" dirty="0">
                <a:solidFill>
                  <a:schemeClr val="bg1"/>
                </a:solidFill>
              </a:rPr>
              <a:t>未来规划</a:t>
            </a:r>
            <a:endParaRPr kumimoji="1" lang="en-US" altLang="zh-CN" sz="2800" dirty="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endParaRPr kumimoji="1" lang="zh-CN" altLang="en-US" dirty="0">
              <a:solidFill>
                <a:schemeClr val="bg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文本框 17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4819047" y="1341604"/>
            <a:ext cx="2553905" cy="25361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 fontScale="85000" lnSpcReduction="20000"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40000"/>
              </a:lnSpc>
            </a:pPr>
            <a:r>
              <a:rPr lang="en-US" altLang="zh-CN" sz="16600" b="1">
                <a:solidFill>
                  <a:schemeClr val="bg1"/>
                </a:solidFill>
                <a:latin typeface="+mn-lt"/>
                <a:ea typeface="+mn-ea"/>
                <a:sym typeface="+mn-lt"/>
              </a:rPr>
              <a:t>1</a:t>
            </a:r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>
            <a:normAutofit fontScale="90000"/>
          </a:bodyPr>
          <a:lstStyle/>
          <a:p>
            <a:pPr>
              <a:lnSpc>
                <a:spcPct val="120000"/>
              </a:lnSpc>
            </a:pPr>
            <a:r>
              <a:rPr lang="zh-CN" altLang="en-US" dirty="0">
                <a:sym typeface="+mn-lt"/>
              </a:rPr>
              <a:t>基础信息</a:t>
            </a:r>
            <a:br>
              <a:rPr lang="en-US" altLang="zh-CN" dirty="0">
                <a:sym typeface="+mn-lt"/>
              </a:rPr>
            </a:br>
            <a:endParaRPr lang="en-US" altLang="zh-CN" dirty="0">
              <a:sym typeface="+mn-lt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91440" tIns="45720" rIns="91440" bIns="45720" rtlCol="0" anchor="ctr">
            <a:norm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dirty="0">
                <a:solidFill>
                  <a:schemeClr val="bg1"/>
                </a:solidFill>
                <a:sym typeface="+mn-lt"/>
              </a:rPr>
              <a:t>基础信息：</a:t>
            </a:r>
            <a:r>
              <a:rPr lang="en-US" altLang="zh-CN" dirty="0">
                <a:solidFill>
                  <a:schemeClr val="bg1"/>
                </a:solidFill>
                <a:sym typeface="+mn-lt"/>
              </a:rPr>
              <a:t> 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en-US" altLang="zh-CN" sz="20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zh-CN" altLang="en-US" sz="2000" dirty="0">
                <a:sym typeface="+mn-lt"/>
              </a:rPr>
              <a:t>顾吉涛</a:t>
            </a:r>
            <a:endParaRPr lang="en-US" altLang="zh-CN" sz="20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en-US" altLang="zh-CN" sz="20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altLang="zh-CN" sz="2000" dirty="0">
                <a:sym typeface="+mn-lt"/>
              </a:rPr>
              <a:t>2018-12-</a:t>
            </a:r>
            <a:r>
              <a:rPr lang="zh-CN" altLang="en-US" sz="2000" dirty="0">
                <a:sym typeface="+mn-lt"/>
              </a:rPr>
              <a:t> </a:t>
            </a:r>
            <a:r>
              <a:rPr lang="en-US" altLang="zh-CN" sz="2000" dirty="0">
                <a:sym typeface="+mn-lt"/>
              </a:rPr>
              <a:t>21</a:t>
            </a:r>
            <a:r>
              <a:rPr lang="zh-CN" altLang="en-US" sz="2000" dirty="0">
                <a:sym typeface="+mn-lt"/>
              </a:rPr>
              <a:t> 入职贝壳</a:t>
            </a:r>
            <a:endParaRPr lang="en-US" altLang="zh-CN" sz="20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en-US" altLang="zh-CN" sz="20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zh-CN" altLang="en-US" sz="2000" dirty="0">
                <a:sym typeface="+mn-lt"/>
              </a:rPr>
              <a:t>工作经历：</a:t>
            </a:r>
            <a:r>
              <a:rPr lang="en-US" altLang="zh-CN" sz="2000" dirty="0">
                <a:sym typeface="+mn-lt"/>
              </a:rPr>
              <a:t>iOS</a:t>
            </a:r>
            <a:r>
              <a:rPr lang="zh-CN" altLang="en-US" sz="2000" dirty="0">
                <a:sym typeface="+mn-lt"/>
              </a:rPr>
              <a:t> 工程师</a:t>
            </a:r>
            <a:r>
              <a:rPr lang="en-US" altLang="zh-CN" sz="2000" dirty="0">
                <a:sym typeface="+mn-lt"/>
              </a:rPr>
              <a:t>/iOS</a:t>
            </a:r>
            <a:r>
              <a:rPr lang="zh-CN" altLang="en-US" sz="2000" dirty="0">
                <a:sym typeface="+mn-lt"/>
              </a:rPr>
              <a:t> 开发经理</a:t>
            </a:r>
            <a:r>
              <a:rPr lang="en-US" altLang="zh-CN" sz="2000" dirty="0">
                <a:sym typeface="+mn-lt"/>
              </a:rPr>
              <a:t>/</a:t>
            </a:r>
            <a:r>
              <a:rPr lang="zh-CN" altLang="en-US" sz="2000" dirty="0">
                <a:sym typeface="+mn-lt"/>
              </a:rPr>
              <a:t> </a:t>
            </a:r>
            <a:r>
              <a:rPr lang="en-US" altLang="zh-CN" sz="2000" dirty="0">
                <a:sym typeface="+mn-lt"/>
              </a:rPr>
              <a:t>iOS</a:t>
            </a:r>
            <a:r>
              <a:rPr lang="zh-CN" altLang="en-US" sz="2000" dirty="0">
                <a:sym typeface="+mn-lt"/>
              </a:rPr>
              <a:t> 架构师</a:t>
            </a:r>
            <a:endParaRPr lang="en-US" altLang="zh-CN" sz="20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en-US" altLang="zh-CN" sz="20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zh-CN" altLang="en-US" sz="2000" dirty="0">
                <a:sym typeface="+mn-lt"/>
              </a:rPr>
              <a:t>目前主要工作：</a:t>
            </a:r>
            <a:r>
              <a:rPr lang="en-US" altLang="zh-CN" sz="2000" dirty="0">
                <a:sym typeface="+mn-lt"/>
              </a:rPr>
              <a:t>Flutter</a:t>
            </a:r>
            <a:r>
              <a:rPr lang="zh-CN" altLang="en-US" sz="2000" dirty="0">
                <a:sym typeface="+mn-lt"/>
              </a:rPr>
              <a:t> 基础模块研发和支持</a:t>
            </a:r>
            <a:endParaRPr lang="en-US" altLang="zh-CN" sz="2000" dirty="0"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en-US" altLang="zh-CN" sz="20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en-US" altLang="zh-CN" sz="2000" dirty="0"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875697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文本框 17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4819047" y="1341604"/>
            <a:ext cx="2553905" cy="25361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 fontScale="85000" lnSpcReduction="20000"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40000"/>
              </a:lnSpc>
            </a:pPr>
            <a:r>
              <a:rPr lang="en-US" altLang="zh-CN" sz="16600" b="1" dirty="0">
                <a:solidFill>
                  <a:schemeClr val="bg1"/>
                </a:solidFill>
                <a:latin typeface="+mn-lt"/>
                <a:ea typeface="+mn-ea"/>
                <a:sym typeface="+mn-lt"/>
              </a:rPr>
              <a:t>2</a:t>
            </a:r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>
            <a:normAutofit fontScale="90000"/>
          </a:bodyPr>
          <a:lstStyle/>
          <a:p>
            <a:pPr>
              <a:lnSpc>
                <a:spcPct val="120000"/>
              </a:lnSpc>
            </a:pPr>
            <a:r>
              <a:rPr lang="zh-CN" altLang="en-US" dirty="0">
                <a:sym typeface="+mn-lt"/>
              </a:rPr>
              <a:t>业绩概述</a:t>
            </a:r>
            <a:br>
              <a:rPr lang="en-US" altLang="zh-CN" dirty="0">
                <a:sym typeface="+mn-lt"/>
              </a:rPr>
            </a:br>
            <a:endParaRPr lang="en-US" altLang="zh-CN" dirty="0"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145926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91440" tIns="45720" rIns="91440" bIns="45720" rtlCol="0" anchor="ctr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dirty="0">
                <a:sym typeface="+mn-lt"/>
              </a:rPr>
              <a:t>2</a:t>
            </a:r>
            <a:r>
              <a:rPr lang="zh-CN" altLang="en-US" dirty="0">
                <a:sym typeface="+mn-lt"/>
              </a:rPr>
              <a:t> 业绩概述</a:t>
            </a:r>
            <a:r>
              <a:rPr lang="en-US" altLang="zh-CN" dirty="0">
                <a:solidFill>
                  <a:schemeClr val="bg1"/>
                </a:solidFill>
                <a:sym typeface="+mn-lt"/>
              </a:rPr>
              <a:t> 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en-US" altLang="zh-CN" sz="20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altLang="zh-CN" sz="2000" dirty="0">
                <a:sym typeface="+mn-lt"/>
              </a:rPr>
              <a:t>Flutter</a:t>
            </a:r>
            <a:r>
              <a:rPr lang="zh-CN" altLang="en-US" sz="2000" dirty="0">
                <a:sym typeface="+mn-lt"/>
              </a:rPr>
              <a:t> 在向 </a:t>
            </a:r>
            <a:r>
              <a:rPr lang="en-US" altLang="zh-CN" sz="2000" dirty="0">
                <a:sym typeface="+mn-lt"/>
              </a:rPr>
              <a:t>iOS</a:t>
            </a:r>
            <a:r>
              <a:rPr lang="zh-CN" altLang="en-US" sz="2000" dirty="0">
                <a:sym typeface="+mn-lt"/>
              </a:rPr>
              <a:t> 既有工程整合的技术方案</a:t>
            </a:r>
            <a:endParaRPr lang="en-US" altLang="zh-CN" sz="2000" dirty="0"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en-US" altLang="zh-CN" sz="20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zh-CN" altLang="en-US" sz="2000" dirty="0">
                <a:sym typeface="+mn-lt"/>
              </a:rPr>
              <a:t>业务方支持</a:t>
            </a:r>
            <a:endParaRPr lang="en-US" altLang="zh-CN" sz="2000" dirty="0"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en-US" altLang="zh-CN" sz="20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altLang="zh-CN" sz="2000" dirty="0">
                <a:sym typeface="+mn-lt"/>
              </a:rPr>
              <a:t>Plugin</a:t>
            </a:r>
            <a:r>
              <a:rPr lang="zh-CN" altLang="en-US" sz="2000" dirty="0">
                <a:sym typeface="+mn-lt"/>
              </a:rPr>
              <a:t> 开发支持</a:t>
            </a:r>
            <a:endParaRPr lang="en-US" altLang="zh-CN" sz="2000" dirty="0"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en-US" altLang="zh-CN" sz="20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zh-CN" altLang="en-US" sz="2000" dirty="0">
                <a:sym typeface="+mn-lt"/>
              </a:rPr>
              <a:t>优化调研</a:t>
            </a:r>
            <a:endParaRPr lang="en-US" altLang="zh-CN" sz="20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en-US" altLang="zh-CN" sz="2000" dirty="0"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511816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91440" tIns="45720" rIns="91440" bIns="45720" rtlCol="0" anchor="ctr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dirty="0">
                <a:sym typeface="+mn-lt"/>
              </a:rPr>
              <a:t>Flutter</a:t>
            </a:r>
            <a:r>
              <a:rPr lang="zh-CN" altLang="en-US" dirty="0">
                <a:sym typeface="+mn-lt"/>
              </a:rPr>
              <a:t> </a:t>
            </a:r>
            <a:r>
              <a:rPr lang="en-US" altLang="zh-CN" dirty="0">
                <a:sym typeface="+mn-lt"/>
              </a:rPr>
              <a:t>&amp;</a:t>
            </a:r>
            <a:r>
              <a:rPr lang="zh-CN" altLang="en-US" dirty="0">
                <a:sym typeface="+mn-lt"/>
              </a:rPr>
              <a:t> </a:t>
            </a:r>
            <a:r>
              <a:rPr lang="en-US" altLang="zh-CN" dirty="0">
                <a:sym typeface="+mn-lt"/>
              </a:rPr>
              <a:t>iOS</a:t>
            </a:r>
            <a:r>
              <a:rPr lang="zh-CN" altLang="en-US" dirty="0">
                <a:sym typeface="+mn-lt"/>
              </a:rPr>
              <a:t> 整合：预期</a:t>
            </a:r>
            <a:r>
              <a:rPr lang="en-US" altLang="zh-CN" dirty="0">
                <a:solidFill>
                  <a:schemeClr val="bg1"/>
                </a:solidFill>
                <a:sym typeface="+mn-lt"/>
              </a:rPr>
              <a:t> 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en-US" altLang="zh-CN" sz="20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zh-CN" altLang="en-US" sz="2000" dirty="0">
                <a:sym typeface="+mn-lt"/>
              </a:rPr>
              <a:t>解耦：几乎对当前业务</a:t>
            </a:r>
            <a:r>
              <a:rPr lang="en-US" altLang="zh-CN" sz="2000" dirty="0">
                <a:sym typeface="+mn-lt"/>
              </a:rPr>
              <a:t>Native</a:t>
            </a:r>
            <a:r>
              <a:rPr lang="zh-CN" altLang="en-US" sz="2000" dirty="0">
                <a:sym typeface="+mn-lt"/>
              </a:rPr>
              <a:t>代码</a:t>
            </a:r>
            <a:r>
              <a:rPr lang="en-US" altLang="zh-CN" sz="2000" dirty="0">
                <a:sym typeface="+mn-lt"/>
              </a:rPr>
              <a:t>0</a:t>
            </a:r>
            <a:r>
              <a:rPr lang="zh-CN" altLang="en-US" sz="2000" dirty="0">
                <a:sym typeface="+mn-lt"/>
              </a:rPr>
              <a:t>污染 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en-US" altLang="zh-CN" sz="20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zh-CN" altLang="en-US" sz="2000" dirty="0">
                <a:sym typeface="+mn-lt"/>
              </a:rPr>
              <a:t>封装：几乎不用 </a:t>
            </a:r>
            <a:r>
              <a:rPr lang="en-US" altLang="zh-CN" sz="2000" dirty="0">
                <a:sym typeface="+mn-lt"/>
              </a:rPr>
              <a:t>import &lt;Flutter/</a:t>
            </a:r>
            <a:r>
              <a:rPr lang="en-US" altLang="zh-CN" sz="2000" dirty="0" err="1">
                <a:sym typeface="+mn-lt"/>
              </a:rPr>
              <a:t>Flutter.h</a:t>
            </a:r>
            <a:r>
              <a:rPr lang="en-US" altLang="zh-CN" sz="2000" dirty="0">
                <a:sym typeface="+mn-lt"/>
              </a:rPr>
              <a:t>&gt;</a:t>
            </a: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zh-CN" altLang="en-US" sz="20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zh-CN" altLang="en-US" sz="2000" dirty="0">
                <a:sym typeface="+mn-lt"/>
              </a:rPr>
              <a:t>便捷：非</a:t>
            </a:r>
            <a:r>
              <a:rPr lang="en-US" altLang="zh-CN" sz="2000" dirty="0">
                <a:sym typeface="+mn-lt"/>
              </a:rPr>
              <a:t>Flutter</a:t>
            </a:r>
            <a:r>
              <a:rPr lang="zh-CN" altLang="en-US" sz="2000" dirty="0">
                <a:sym typeface="+mn-lt"/>
              </a:rPr>
              <a:t>开发人员，无需安装</a:t>
            </a:r>
            <a:r>
              <a:rPr lang="en-US" altLang="zh-CN" sz="2000" dirty="0">
                <a:sym typeface="+mn-lt"/>
              </a:rPr>
              <a:t>Flutter SDK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en-US" altLang="zh-CN" sz="20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zh-CN" altLang="en-US" sz="2000" dirty="0">
                <a:sym typeface="+mn-lt"/>
              </a:rPr>
              <a:t>支持</a:t>
            </a:r>
            <a:r>
              <a:rPr lang="en-US" altLang="zh-CN" sz="2000" dirty="0">
                <a:sym typeface="+mn-lt"/>
              </a:rPr>
              <a:t>Flutter</a:t>
            </a:r>
            <a:r>
              <a:rPr lang="zh-CN" altLang="en-US" sz="2000" dirty="0">
                <a:sym typeface="+mn-lt"/>
              </a:rPr>
              <a:t> 产物的本地更新和调试，类似</a:t>
            </a:r>
            <a:r>
              <a:rPr lang="en-US" altLang="zh-CN" sz="2000" dirty="0">
                <a:sym typeface="+mn-lt"/>
              </a:rPr>
              <a:t>pod</a:t>
            </a:r>
            <a:r>
              <a:rPr lang="zh-CN" altLang="en-US" sz="2000" dirty="0">
                <a:sym typeface="+mn-lt"/>
              </a:rPr>
              <a:t> </a:t>
            </a:r>
            <a:r>
              <a:rPr lang="en-US" altLang="zh-CN" sz="2000" dirty="0">
                <a:sym typeface="+mn-lt"/>
              </a:rPr>
              <a:t>install</a:t>
            </a:r>
            <a:r>
              <a:rPr lang="zh-CN" altLang="en-US" sz="2000" dirty="0">
                <a:sym typeface="+mn-lt"/>
              </a:rPr>
              <a:t> 的</a:t>
            </a:r>
            <a:r>
              <a:rPr lang="en-US" altLang="zh-CN" sz="2000" dirty="0">
                <a:sym typeface="+mn-lt"/>
              </a:rPr>
              <a:t>path</a:t>
            </a:r>
            <a:r>
              <a:rPr lang="zh-CN" altLang="en-US" sz="2000" dirty="0">
                <a:sym typeface="+mn-lt"/>
              </a:rPr>
              <a:t>引入方式</a:t>
            </a:r>
            <a:endParaRPr lang="en-US" altLang="zh-CN" sz="2000" dirty="0"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en-US" altLang="zh-CN" sz="20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en-US" altLang="zh-CN" sz="2000" dirty="0"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060856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838200" y="365125"/>
            <a:ext cx="10515600" cy="1325563"/>
          </a:xfrm>
        </p:spPr>
        <p:txBody>
          <a:bodyPr vert="horz" wrap="square" lIns="91440" tIns="45720" rIns="91440" bIns="45720" rtlCol="0" anchor="ctr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dirty="0">
                <a:sym typeface="+mn-lt"/>
              </a:rPr>
              <a:t>Flutter</a:t>
            </a:r>
            <a:r>
              <a:rPr lang="zh-CN" altLang="en-US" dirty="0">
                <a:sym typeface="+mn-lt"/>
              </a:rPr>
              <a:t> </a:t>
            </a:r>
            <a:r>
              <a:rPr lang="en-US" altLang="zh-CN" dirty="0">
                <a:sym typeface="+mn-lt"/>
              </a:rPr>
              <a:t>&amp;</a:t>
            </a:r>
            <a:r>
              <a:rPr lang="zh-CN" altLang="en-US" dirty="0">
                <a:sym typeface="+mn-lt"/>
              </a:rPr>
              <a:t> </a:t>
            </a:r>
            <a:r>
              <a:rPr lang="en-US" altLang="zh-CN" dirty="0">
                <a:sym typeface="+mn-lt"/>
              </a:rPr>
              <a:t>iOS</a:t>
            </a:r>
            <a:r>
              <a:rPr lang="zh-CN" altLang="en-US" dirty="0">
                <a:sym typeface="+mn-lt"/>
              </a:rPr>
              <a:t> 整合：架构</a:t>
            </a:r>
            <a:r>
              <a:rPr lang="en-US" altLang="zh-CN" dirty="0">
                <a:solidFill>
                  <a:schemeClr val="bg1"/>
                </a:solidFill>
                <a:sym typeface="+mn-lt"/>
              </a:rPr>
              <a:t> 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en-US" altLang="zh-CN" sz="20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en-US" altLang="zh-CN" sz="2000" dirty="0">
              <a:sym typeface="+mn-lt"/>
            </a:endParaRPr>
          </a:p>
        </p:txBody>
      </p:sp>
      <p:pic>
        <p:nvPicPr>
          <p:cNvPr id="4" name="内容占位符 10">
            <a:extLst>
              <a:ext uri="{FF2B5EF4-FFF2-40B4-BE49-F238E27FC236}">
                <a16:creationId xmlns:a16="http://schemas.microsoft.com/office/drawing/2014/main" id="{98D99056-7BC9-F840-B400-557D82DCEF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9490" y="1691005"/>
            <a:ext cx="9606280" cy="479044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2335614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FB31BB-D22B-9544-93E5-476EA24D8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lt"/>
              </a:rPr>
              <a:t>Flutter</a:t>
            </a:r>
            <a:r>
              <a:rPr lang="zh-CN" altLang="en-US" dirty="0">
                <a:sym typeface="+mn-lt"/>
              </a:rPr>
              <a:t> </a:t>
            </a:r>
            <a:r>
              <a:rPr lang="en-US" altLang="zh-CN" dirty="0">
                <a:sym typeface="+mn-lt"/>
              </a:rPr>
              <a:t>&amp;</a:t>
            </a:r>
            <a:r>
              <a:rPr lang="zh-CN" altLang="en-US" dirty="0">
                <a:sym typeface="+mn-lt"/>
              </a:rPr>
              <a:t> </a:t>
            </a:r>
            <a:r>
              <a:rPr lang="en-US" altLang="zh-CN" dirty="0">
                <a:sym typeface="+mn-lt"/>
              </a:rPr>
              <a:t>iOS</a:t>
            </a:r>
            <a:r>
              <a:rPr lang="zh-CN" altLang="en-US" dirty="0">
                <a:sym typeface="+mn-lt"/>
              </a:rPr>
              <a:t> 整合</a:t>
            </a:r>
            <a:r>
              <a:rPr lang="en-US" altLang="zh-CN" dirty="0">
                <a:sym typeface="+mn-lt"/>
              </a:rPr>
              <a:t>:</a:t>
            </a:r>
            <a:r>
              <a:rPr lang="zh-CN" altLang="en-US" dirty="0">
                <a:sym typeface="+mn-lt"/>
              </a:rPr>
              <a:t> 模块划分</a:t>
            </a:r>
            <a:endParaRPr kumimoji="1" lang="zh-CN" altLang="en-US" dirty="0"/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E03D1A71-5F6B-234B-8B84-B72F89AE13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82885" y="1842564"/>
            <a:ext cx="6976894" cy="4930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39461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91440" tIns="45720" rIns="91440" bIns="45720" rtlCol="0" anchor="ctr"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zh-CN" dirty="0">
                <a:sym typeface="+mn-lt"/>
              </a:rPr>
              <a:t>Flutter</a:t>
            </a:r>
            <a:r>
              <a:rPr lang="zh-CN" altLang="en-US" dirty="0">
                <a:sym typeface="+mn-lt"/>
              </a:rPr>
              <a:t> </a:t>
            </a:r>
            <a:r>
              <a:rPr lang="en-US" altLang="zh-CN" dirty="0">
                <a:sym typeface="+mn-lt"/>
              </a:rPr>
              <a:t>&amp;</a:t>
            </a:r>
            <a:r>
              <a:rPr lang="zh-CN" altLang="en-US" dirty="0">
                <a:sym typeface="+mn-lt"/>
              </a:rPr>
              <a:t> </a:t>
            </a:r>
            <a:r>
              <a:rPr lang="en-US" altLang="zh-CN" dirty="0">
                <a:sym typeface="+mn-lt"/>
              </a:rPr>
              <a:t>iOS</a:t>
            </a:r>
            <a:r>
              <a:rPr lang="zh-CN" altLang="en-US" dirty="0">
                <a:sym typeface="+mn-lt"/>
              </a:rPr>
              <a:t> 整合</a:t>
            </a:r>
            <a:r>
              <a:rPr lang="en-US" altLang="zh-CN" dirty="0">
                <a:sym typeface="+mn-lt"/>
              </a:rPr>
              <a:t>:</a:t>
            </a:r>
            <a:r>
              <a:rPr lang="zh-CN" altLang="en-US" dirty="0">
                <a:sym typeface="+mn-lt"/>
              </a:rPr>
              <a:t> 业务支持</a:t>
            </a:r>
            <a:endParaRPr lang="en-US" altLang="zh-CN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en-US" altLang="zh-CN" sz="20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altLang="zh-CN" sz="3200" dirty="0">
                <a:sym typeface="+mn-lt"/>
              </a:rPr>
              <a:t>iOS Link</a:t>
            </a:r>
            <a:r>
              <a:rPr lang="zh-CN" altLang="en-US" sz="3200" dirty="0">
                <a:sym typeface="+mn-lt"/>
              </a:rPr>
              <a:t>（</a:t>
            </a:r>
            <a:r>
              <a:rPr lang="en-US" altLang="zh-CN" sz="3200" dirty="0">
                <a:sym typeface="+mn-lt"/>
              </a:rPr>
              <a:t>5.6.0</a:t>
            </a:r>
            <a:r>
              <a:rPr lang="zh-CN" altLang="en-US" sz="3200" dirty="0">
                <a:sym typeface="+mn-lt"/>
              </a:rPr>
              <a:t> 之后</a:t>
            </a:r>
            <a:r>
              <a:rPr lang="en-US" altLang="zh-CN" sz="3200" dirty="0">
                <a:sym typeface="+mn-lt"/>
              </a:rPr>
              <a:t>) : </a:t>
            </a:r>
            <a:r>
              <a:rPr lang="zh-CN" altLang="en-US" sz="3200" dirty="0">
                <a:sym typeface="+mn-lt"/>
              </a:rPr>
              <a:t>支持二手和租赁业务线</a:t>
            </a: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zh-CN" altLang="en-US" sz="32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en-US" altLang="zh-CN" sz="2000" dirty="0"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en-US" altLang="zh-CN" sz="2000" dirty="0"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sz="2000" dirty="0">
                <a:sym typeface="+mn-lt"/>
              </a:rPr>
              <a:t>： 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en-US" altLang="zh-CN" sz="20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en-US" altLang="zh-CN" sz="2000" dirty="0">
              <a:sym typeface="+mn-lt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03070" y="2976880"/>
            <a:ext cx="1800000" cy="3200303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59780" y="2976880"/>
            <a:ext cx="1800000" cy="320150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814558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91440" tIns="45720" rIns="91440" bIns="45720" rtlCol="0" anchor="ctr"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zh-CN" dirty="0">
                <a:sym typeface="+mn-lt"/>
              </a:rPr>
              <a:t>Flutter</a:t>
            </a:r>
            <a:r>
              <a:rPr lang="zh-CN" altLang="en-US" dirty="0">
                <a:sym typeface="+mn-lt"/>
              </a:rPr>
              <a:t> </a:t>
            </a:r>
            <a:r>
              <a:rPr lang="en-US" altLang="zh-CN" dirty="0">
                <a:sym typeface="+mn-lt"/>
              </a:rPr>
              <a:t>&amp;</a:t>
            </a:r>
            <a:r>
              <a:rPr lang="zh-CN" altLang="en-US" dirty="0">
                <a:sym typeface="+mn-lt"/>
              </a:rPr>
              <a:t> </a:t>
            </a:r>
            <a:r>
              <a:rPr lang="en-US" altLang="zh-CN" dirty="0">
                <a:sym typeface="+mn-lt"/>
              </a:rPr>
              <a:t>iOS</a:t>
            </a:r>
            <a:r>
              <a:rPr lang="zh-CN" altLang="en-US" dirty="0">
                <a:sym typeface="+mn-lt"/>
              </a:rPr>
              <a:t> 整合</a:t>
            </a:r>
            <a:r>
              <a:rPr lang="en-US" altLang="zh-CN" dirty="0">
                <a:sym typeface="+mn-lt"/>
              </a:rPr>
              <a:t>:</a:t>
            </a:r>
            <a:r>
              <a:rPr lang="zh-CN" altLang="en-US" dirty="0">
                <a:sym typeface="+mn-lt"/>
              </a:rPr>
              <a:t> 业务支持</a:t>
            </a:r>
            <a:endParaRPr lang="en-US" altLang="zh-CN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en-US" altLang="zh-CN" sz="20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altLang="zh-CN" sz="2000" dirty="0">
                <a:sym typeface="+mn-lt"/>
              </a:rPr>
              <a:t>Link</a:t>
            </a:r>
            <a:r>
              <a:rPr lang="zh-CN" altLang="en-US" sz="2000" dirty="0">
                <a:sym typeface="+mn-lt"/>
              </a:rPr>
              <a:t>  新房 ：</a:t>
            </a:r>
            <a:r>
              <a:rPr lang="en-US" altLang="zh-CN" sz="2000" dirty="0">
                <a:sym typeface="+mn-lt"/>
              </a:rPr>
              <a:t>4</a:t>
            </a:r>
            <a:r>
              <a:rPr lang="zh-CN" altLang="en-US" sz="2000" dirty="0">
                <a:sym typeface="+mn-lt"/>
              </a:rPr>
              <a:t> 个页面 （</a:t>
            </a:r>
            <a:r>
              <a:rPr lang="en-US" altLang="zh-CN" sz="2000" dirty="0">
                <a:sym typeface="+mn-lt"/>
              </a:rPr>
              <a:t>5.8.0</a:t>
            </a:r>
            <a:r>
              <a:rPr lang="zh-CN" altLang="en-US" sz="2000" dirty="0">
                <a:sym typeface="+mn-lt"/>
              </a:rPr>
              <a:t>）</a:t>
            </a:r>
            <a:endParaRPr lang="en-US" altLang="zh-CN" sz="20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en-US" altLang="zh-CN" sz="20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altLang="zh-CN" sz="2000" dirty="0">
                <a:sym typeface="+mn-lt"/>
              </a:rPr>
              <a:t>Link</a:t>
            </a:r>
            <a:r>
              <a:rPr lang="zh-CN" altLang="en-US" sz="2000" dirty="0">
                <a:sym typeface="+mn-lt"/>
              </a:rPr>
              <a:t> 租赁： </a:t>
            </a:r>
            <a:r>
              <a:rPr lang="en-US" altLang="zh-CN" sz="2000" dirty="0">
                <a:sym typeface="+mn-lt"/>
              </a:rPr>
              <a:t>11</a:t>
            </a:r>
            <a:r>
              <a:rPr lang="zh-CN" altLang="en-US" sz="2000" dirty="0">
                <a:sym typeface="+mn-lt"/>
              </a:rPr>
              <a:t> 个 页面 （</a:t>
            </a:r>
            <a:r>
              <a:rPr lang="en-US" altLang="zh-CN" sz="2000" dirty="0">
                <a:sym typeface="+mn-lt"/>
              </a:rPr>
              <a:t>5.8.0</a:t>
            </a:r>
            <a:r>
              <a:rPr lang="zh-CN" altLang="en-US" sz="2000" dirty="0">
                <a:sym typeface="+mn-lt"/>
              </a:rPr>
              <a:t>）</a:t>
            </a:r>
            <a:endParaRPr lang="en-US" altLang="zh-CN" sz="2000" dirty="0"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en-US" altLang="zh-CN" sz="20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zh-CN" altLang="en-US" sz="2000" dirty="0">
                <a:sym typeface="+mn-lt"/>
              </a:rPr>
              <a:t>装修</a:t>
            </a:r>
            <a:r>
              <a:rPr lang="en-US" altLang="zh-CN" sz="2000" dirty="0">
                <a:sym typeface="+mn-lt"/>
              </a:rPr>
              <a:t>App</a:t>
            </a:r>
            <a:r>
              <a:rPr lang="zh-CN" altLang="en-US" sz="2000" dirty="0">
                <a:sym typeface="+mn-lt"/>
              </a:rPr>
              <a:t> ：正在启动</a:t>
            </a:r>
            <a:endParaRPr lang="en-US" altLang="zh-CN" sz="20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en-US" altLang="zh-CN" sz="20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en-US" altLang="zh-CN" sz="20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en-US" altLang="zh-CN" sz="2000" dirty="0"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en-US" altLang="zh-CN" sz="20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en-US" altLang="zh-CN" sz="2000" dirty="0"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67473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91440" tIns="45720" rIns="91440" bIns="45720" rtlCol="0" anchor="ctr"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zh-CN" dirty="0">
                <a:sym typeface="+mn-lt"/>
              </a:rPr>
              <a:t>Flutter</a:t>
            </a:r>
            <a:r>
              <a:rPr lang="zh-CN" altLang="en-US" dirty="0">
                <a:sym typeface="+mn-lt"/>
              </a:rPr>
              <a:t> </a:t>
            </a:r>
            <a:r>
              <a:rPr lang="en-US" altLang="zh-CN" dirty="0">
                <a:sym typeface="+mn-lt"/>
              </a:rPr>
              <a:t>&amp;</a:t>
            </a:r>
            <a:r>
              <a:rPr lang="zh-CN" altLang="en-US" dirty="0">
                <a:sym typeface="+mn-lt"/>
              </a:rPr>
              <a:t> </a:t>
            </a:r>
            <a:r>
              <a:rPr lang="en-US" altLang="zh-CN" dirty="0">
                <a:sym typeface="+mn-lt"/>
              </a:rPr>
              <a:t>iOS</a:t>
            </a:r>
            <a:r>
              <a:rPr lang="zh-CN" altLang="en-US" dirty="0">
                <a:sym typeface="+mn-lt"/>
              </a:rPr>
              <a:t> 整合</a:t>
            </a:r>
            <a:r>
              <a:rPr lang="en-US" altLang="zh-CN" dirty="0">
                <a:sym typeface="+mn-lt"/>
              </a:rPr>
              <a:t>:</a:t>
            </a:r>
            <a:r>
              <a:rPr lang="zh-CN" altLang="en-US" dirty="0">
                <a:sym typeface="+mn-lt"/>
              </a:rPr>
              <a:t> 业务支持</a:t>
            </a:r>
            <a:endParaRPr lang="en-US" altLang="zh-CN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en-US" altLang="zh-CN" sz="2000" dirty="0"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en-US" altLang="zh-CN" sz="20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altLang="zh-CN" sz="2000" dirty="0">
                <a:sym typeface="+mn-lt"/>
              </a:rPr>
              <a:t>Flutter</a:t>
            </a:r>
            <a:r>
              <a:rPr lang="zh-CN" altLang="en-US" sz="2000" dirty="0">
                <a:sym typeface="+mn-lt"/>
              </a:rPr>
              <a:t>  相关技术课程宣讲</a:t>
            </a:r>
            <a:endParaRPr lang="en-US" altLang="zh-CN" sz="2000" dirty="0">
              <a:sym typeface="+mn-lt"/>
            </a:endParaRPr>
          </a:p>
          <a:p>
            <a:pPr marL="800100" lvl="1" indent="-342900" algn="just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zh-CN" sz="1600" dirty="0">
                <a:sym typeface="+mn-lt"/>
              </a:rPr>
              <a:t>Flutter</a:t>
            </a:r>
            <a:r>
              <a:rPr lang="zh-CN" altLang="en-US" sz="1600" dirty="0">
                <a:sym typeface="+mn-lt"/>
              </a:rPr>
              <a:t> 开发入门 </a:t>
            </a:r>
            <a:r>
              <a:rPr lang="en-US" altLang="zh-CN" sz="1600" dirty="0">
                <a:sym typeface="+mn-lt"/>
              </a:rPr>
              <a:t>(2019-4-18)</a:t>
            </a:r>
          </a:p>
          <a:p>
            <a:pPr marL="800100" lvl="1" indent="-342900" algn="just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zh-CN" sz="1600" dirty="0">
                <a:sym typeface="+mn-lt"/>
              </a:rPr>
              <a:t>Flutter </a:t>
            </a:r>
            <a:r>
              <a:rPr lang="zh-CN" altLang="en-US" sz="1600" dirty="0">
                <a:sym typeface="+mn-lt"/>
              </a:rPr>
              <a:t>在 </a:t>
            </a:r>
            <a:r>
              <a:rPr lang="en-US" altLang="zh-CN" sz="1600" dirty="0">
                <a:sym typeface="+mn-lt"/>
              </a:rPr>
              <a:t>iOS </a:t>
            </a:r>
            <a:r>
              <a:rPr lang="zh-CN" altLang="en-US" sz="1600" dirty="0">
                <a:sym typeface="+mn-lt"/>
              </a:rPr>
              <a:t>的集成开</a:t>
            </a:r>
            <a:r>
              <a:rPr lang="en-US" altLang="zh-CN" sz="1600" dirty="0">
                <a:sym typeface="+mn-lt"/>
              </a:rPr>
              <a:t>(2019-6-21)</a:t>
            </a:r>
          </a:p>
          <a:p>
            <a:pPr marL="457200" lvl="1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en-US" altLang="zh-CN" sz="1600" dirty="0">
              <a:sym typeface="+mn-lt"/>
            </a:endParaRPr>
          </a:p>
          <a:p>
            <a:pPr marL="457200" lvl="1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en-US" altLang="zh-CN" sz="16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altLang="zh-CN" sz="2000" dirty="0">
                <a:sym typeface="+mn-lt"/>
              </a:rPr>
              <a:t>Jenkins</a:t>
            </a:r>
            <a:r>
              <a:rPr lang="zh-CN" altLang="en-US" sz="2000" dirty="0">
                <a:sym typeface="+mn-lt"/>
              </a:rPr>
              <a:t> 上 </a:t>
            </a:r>
            <a:r>
              <a:rPr lang="en-US" altLang="zh-CN" sz="2000" dirty="0">
                <a:sym typeface="+mn-lt"/>
              </a:rPr>
              <a:t>Flutter</a:t>
            </a:r>
            <a:r>
              <a:rPr lang="zh-CN" altLang="en-US" sz="2000" dirty="0">
                <a:sym typeface="+mn-lt"/>
              </a:rPr>
              <a:t> 相关的打包</a:t>
            </a:r>
            <a:r>
              <a:rPr lang="en-US" altLang="zh-CN" sz="2000" dirty="0">
                <a:sym typeface="+mn-lt"/>
              </a:rPr>
              <a:t>Job</a:t>
            </a:r>
            <a:r>
              <a:rPr lang="zh-CN" altLang="en-US" sz="2000" dirty="0">
                <a:sym typeface="+mn-lt"/>
              </a:rPr>
              <a:t>： </a:t>
            </a:r>
            <a:endParaRPr lang="en-US" altLang="zh-CN" sz="2000" dirty="0">
              <a:sym typeface="+mn-lt"/>
            </a:endParaRPr>
          </a:p>
          <a:p>
            <a:pPr marL="800100" lvl="1" indent="-342900" algn="just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zh-CN" sz="1600" dirty="0">
                <a:sym typeface="+mn-lt"/>
              </a:rPr>
              <a:t>Flutter</a:t>
            </a:r>
            <a:r>
              <a:rPr lang="zh-CN" altLang="en-US" sz="1600" dirty="0">
                <a:sym typeface="+mn-lt"/>
              </a:rPr>
              <a:t>产物生成 </a:t>
            </a:r>
            <a:endParaRPr lang="en-US" altLang="zh-CN" sz="1600" dirty="0">
              <a:sym typeface="+mn-lt"/>
            </a:endParaRPr>
          </a:p>
          <a:p>
            <a:pPr marL="800100" lvl="1" indent="-342900" algn="just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zh-CN" sz="1600" dirty="0">
                <a:sym typeface="+mn-lt"/>
              </a:rPr>
              <a:t>Flutter</a:t>
            </a:r>
            <a:r>
              <a:rPr lang="zh-CN" altLang="en-US" sz="1600" dirty="0">
                <a:sym typeface="+mn-lt"/>
              </a:rPr>
              <a:t> 产物整合进 </a:t>
            </a:r>
            <a:r>
              <a:rPr lang="en-US" altLang="zh-CN" sz="1600" dirty="0">
                <a:sym typeface="+mn-lt"/>
              </a:rPr>
              <a:t>Link/A+</a:t>
            </a:r>
          </a:p>
          <a:p>
            <a:pPr lvl="1" algn="just">
              <a:lnSpc>
                <a:spcPct val="120000"/>
              </a:lnSpc>
              <a:spcBef>
                <a:spcPts val="0"/>
              </a:spcBef>
            </a:pPr>
            <a:endParaRPr lang="en-US" altLang="zh-CN" sz="1600" dirty="0">
              <a:sym typeface="+mn-lt"/>
            </a:endParaRPr>
          </a:p>
          <a:p>
            <a:pPr lvl="1" algn="just">
              <a:lnSpc>
                <a:spcPct val="120000"/>
              </a:lnSpc>
              <a:spcBef>
                <a:spcPts val="0"/>
              </a:spcBef>
            </a:pPr>
            <a:endParaRPr lang="en-US" altLang="zh-CN" sz="1600" dirty="0"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914923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91440" tIns="45720" rIns="91440" bIns="45720" rtlCol="0" anchor="ctr"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zh-CN" dirty="0">
                <a:sym typeface="+mn-lt"/>
              </a:rPr>
              <a:t>Plugin</a:t>
            </a:r>
            <a:r>
              <a:rPr lang="zh-CN" altLang="en-US" dirty="0">
                <a:sym typeface="+mn-lt"/>
              </a:rPr>
              <a:t> 开发支持</a:t>
            </a:r>
            <a:r>
              <a:rPr lang="en-US" altLang="zh-CN" dirty="0">
                <a:solidFill>
                  <a:schemeClr val="bg1"/>
                </a:solidFill>
                <a:sym typeface="+mn-lt"/>
              </a:rPr>
              <a:t> 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en-US" altLang="zh-CN" sz="20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altLang="zh-CN" sz="2000" dirty="0" err="1">
                <a:solidFill>
                  <a:srgbClr val="FF0000"/>
                </a:solidFill>
                <a:sym typeface="+mn-lt"/>
              </a:rPr>
              <a:t>Beike_flutter_basic_plugin</a:t>
            </a:r>
            <a:endParaRPr lang="en-US" altLang="zh-CN" sz="2000" dirty="0">
              <a:solidFill>
                <a:srgbClr val="FF0000"/>
              </a:solidFill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sz="2000" dirty="0">
                <a:sym typeface="+mn-lt"/>
              </a:rPr>
              <a:t> </a:t>
            </a:r>
            <a:endParaRPr lang="en-US" altLang="zh-CN" sz="2000" dirty="0"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sz="2000" dirty="0">
                <a:sym typeface="+mn-lt"/>
              </a:rPr>
              <a:t>   </a:t>
            </a:r>
            <a:r>
              <a:rPr lang="en-US" altLang="zh-CN" sz="1600" dirty="0">
                <a:sym typeface="+mn-lt"/>
              </a:rPr>
              <a:t>Flutter</a:t>
            </a:r>
            <a:r>
              <a:rPr lang="zh-CN" altLang="en-US" sz="1600" dirty="0">
                <a:sym typeface="+mn-lt"/>
              </a:rPr>
              <a:t> 基础的组件，例如：缓存，</a:t>
            </a:r>
            <a:r>
              <a:rPr lang="en-US" altLang="zh-CN" sz="1600" dirty="0">
                <a:sym typeface="+mn-lt"/>
              </a:rPr>
              <a:t>Router</a:t>
            </a:r>
            <a:r>
              <a:rPr lang="zh-CN" altLang="en-US" sz="1600" dirty="0">
                <a:sym typeface="+mn-lt"/>
              </a:rPr>
              <a:t>，导航栏控制等</a:t>
            </a:r>
            <a:endParaRPr lang="en-US" altLang="zh-CN" sz="20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en-US" altLang="zh-CN" sz="20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altLang="zh-CN" sz="2000" dirty="0" err="1">
                <a:solidFill>
                  <a:srgbClr val="FF0000"/>
                </a:solidFill>
                <a:sym typeface="+mn-lt"/>
              </a:rPr>
              <a:t>Beike_im_basic_plugin</a:t>
            </a:r>
            <a:endParaRPr lang="en-US" altLang="zh-CN" sz="2000" dirty="0">
              <a:solidFill>
                <a:srgbClr val="FF0000"/>
              </a:solidFill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sz="2000" dirty="0">
                <a:sym typeface="+mn-lt"/>
              </a:rPr>
              <a:t>   </a:t>
            </a:r>
            <a:endParaRPr lang="en-US" altLang="zh-CN" sz="2000" dirty="0"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sz="1600" dirty="0">
                <a:sym typeface="+mn-lt"/>
              </a:rPr>
              <a:t>   提供</a:t>
            </a:r>
            <a:r>
              <a:rPr lang="en-US" altLang="zh-CN" sz="1600" dirty="0">
                <a:sym typeface="+mn-lt"/>
              </a:rPr>
              <a:t>Link/A+</a:t>
            </a:r>
            <a:r>
              <a:rPr lang="zh-CN" altLang="en-US" sz="1600" dirty="0">
                <a:sym typeface="+mn-lt"/>
              </a:rPr>
              <a:t> </a:t>
            </a:r>
            <a:r>
              <a:rPr lang="en-US" altLang="zh-CN" sz="1600" dirty="0">
                <a:sym typeface="+mn-lt"/>
              </a:rPr>
              <a:t>App</a:t>
            </a:r>
            <a:r>
              <a:rPr lang="zh-CN" altLang="en-US" sz="1600" dirty="0">
                <a:sym typeface="+mn-lt"/>
              </a:rPr>
              <a:t>的一些公用功能，例如：网络访问</a:t>
            </a:r>
            <a:endParaRPr lang="en-US" altLang="zh-CN" sz="16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en-US" altLang="zh-CN" sz="20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en-US" altLang="zh-CN" sz="20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en-US" altLang="zh-CN" sz="2000" dirty="0"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111978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91440" tIns="45720" rIns="91440" bIns="45720" rtlCol="0" anchor="ctr"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zh-CN" dirty="0">
                <a:sym typeface="+mn-lt"/>
              </a:rPr>
              <a:t>Plugin</a:t>
            </a:r>
            <a:r>
              <a:rPr lang="zh-CN" altLang="en-US" dirty="0">
                <a:sym typeface="+mn-lt"/>
              </a:rPr>
              <a:t> 开发支持</a:t>
            </a:r>
            <a:r>
              <a:rPr lang="en-US" altLang="zh-CN" dirty="0">
                <a:solidFill>
                  <a:schemeClr val="bg1"/>
                </a:solidFill>
                <a:sym typeface="+mn-lt"/>
              </a:rPr>
              <a:t> 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en-US" altLang="zh-CN" sz="20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altLang="zh-CN" sz="2000" dirty="0" err="1">
                <a:solidFill>
                  <a:srgbClr val="FF0000"/>
                </a:solidFill>
                <a:sym typeface="+mn-lt"/>
              </a:rPr>
              <a:t>Lianjia_flutter_engine_plugin</a:t>
            </a:r>
            <a:r>
              <a:rPr lang="en-US" altLang="zh-CN" sz="2000" dirty="0">
                <a:solidFill>
                  <a:srgbClr val="FF0000"/>
                </a:solidFill>
                <a:sym typeface="+mn-lt"/>
              </a:rPr>
              <a:t>: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en-US" altLang="zh-CN" sz="2000" dirty="0"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sz="2000" dirty="0">
                <a:sym typeface="+mn-lt"/>
              </a:rPr>
              <a:t>    </a:t>
            </a:r>
            <a:r>
              <a:rPr lang="zh-CN" altLang="en-US" sz="1600" dirty="0">
                <a:sym typeface="+mn-lt"/>
              </a:rPr>
              <a:t>提供底层</a:t>
            </a:r>
            <a:r>
              <a:rPr lang="en-US" altLang="zh-CN" sz="1600" dirty="0">
                <a:sym typeface="+mn-lt"/>
              </a:rPr>
              <a:t>Flutter</a:t>
            </a:r>
            <a:r>
              <a:rPr lang="zh-CN" altLang="en-US" sz="1600" dirty="0">
                <a:sym typeface="+mn-lt"/>
              </a:rPr>
              <a:t> </a:t>
            </a:r>
            <a:r>
              <a:rPr lang="en-US" altLang="zh-CN" sz="1600" dirty="0">
                <a:sym typeface="+mn-lt"/>
              </a:rPr>
              <a:t>iOS</a:t>
            </a:r>
            <a:r>
              <a:rPr lang="zh-CN" altLang="en-US" sz="1600" dirty="0">
                <a:sym typeface="+mn-lt"/>
              </a:rPr>
              <a:t> 容器的基本封装</a:t>
            </a:r>
            <a:endParaRPr lang="en-US" altLang="zh-CN" sz="1600" dirty="0"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en-US" altLang="zh-CN" sz="20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altLang="zh-CN" sz="2000" dirty="0" err="1">
                <a:solidFill>
                  <a:srgbClr val="FF0000"/>
                </a:solidFill>
                <a:sym typeface="+mn-lt"/>
              </a:rPr>
              <a:t>Flutter_custom_report</a:t>
            </a:r>
            <a:r>
              <a:rPr lang="zh-CN" altLang="en-US" sz="2000" dirty="0">
                <a:solidFill>
                  <a:srgbClr val="FF0000"/>
                </a:solidFill>
                <a:sym typeface="+mn-lt"/>
              </a:rPr>
              <a:t>：</a:t>
            </a:r>
            <a:endParaRPr lang="en-US" altLang="zh-CN" sz="2000" dirty="0">
              <a:solidFill>
                <a:srgbClr val="FF0000"/>
              </a:solidFill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en-US" altLang="zh-CN" sz="2000" dirty="0"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sz="2000" dirty="0">
                <a:sym typeface="+mn-lt"/>
              </a:rPr>
              <a:t>   </a:t>
            </a:r>
            <a:r>
              <a:rPr lang="zh-CN" altLang="en-US" sz="1600" dirty="0">
                <a:sym typeface="+mn-lt"/>
              </a:rPr>
              <a:t>海神自定义上报功能的</a:t>
            </a:r>
            <a:r>
              <a:rPr lang="en-US" altLang="zh-CN" sz="1600" dirty="0">
                <a:sym typeface="+mn-lt"/>
              </a:rPr>
              <a:t>Flutter</a:t>
            </a:r>
            <a:r>
              <a:rPr lang="zh-CN" altLang="en-US" sz="1600" dirty="0">
                <a:sym typeface="+mn-lt"/>
              </a:rPr>
              <a:t>平台封装，提供手机自定义信息和</a:t>
            </a:r>
            <a:r>
              <a:rPr lang="en-US" altLang="zh-CN" sz="1600" dirty="0">
                <a:sym typeface="+mn-lt"/>
              </a:rPr>
              <a:t>Exception</a:t>
            </a:r>
            <a:r>
              <a:rPr lang="zh-CN" altLang="en-US" sz="1600" dirty="0">
                <a:sym typeface="+mn-lt"/>
              </a:rPr>
              <a:t>功能</a:t>
            </a:r>
            <a:endParaRPr lang="en-US" altLang="zh-CN" sz="16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en-US" altLang="zh-CN" sz="20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en-US" altLang="zh-CN" sz="2000" dirty="0"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585397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91440" tIns="45720" rIns="91440" bIns="45720" rtlCol="0" anchor="ctr"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dirty="0">
                <a:sym typeface="+mn-lt"/>
              </a:rPr>
              <a:t>优化调研</a:t>
            </a:r>
            <a:endParaRPr lang="en-US" altLang="zh-CN" dirty="0">
              <a:solidFill>
                <a:schemeClr val="bg1"/>
              </a:solidFill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en-US" altLang="zh-CN" sz="20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zh-CN" altLang="en-US" sz="2000" dirty="0">
                <a:sym typeface="+mn-lt"/>
              </a:rPr>
              <a:t>对原有的</a:t>
            </a:r>
            <a:r>
              <a:rPr lang="en-US" altLang="zh-CN" sz="2000" dirty="0">
                <a:sym typeface="+mn-lt"/>
              </a:rPr>
              <a:t>Flutter</a:t>
            </a:r>
            <a:r>
              <a:rPr lang="zh-CN" altLang="en-US" sz="2000" dirty="0">
                <a:sym typeface="+mn-lt"/>
              </a:rPr>
              <a:t> 容器封装的改进</a:t>
            </a:r>
            <a:endParaRPr lang="en-US" altLang="zh-CN" sz="2000" dirty="0"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en-US" altLang="zh-CN" sz="2000" dirty="0"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sz="2000" dirty="0">
                <a:sym typeface="+mn-lt"/>
              </a:rPr>
              <a:t>    解决底层</a:t>
            </a:r>
            <a:r>
              <a:rPr lang="en-US" altLang="zh-CN" sz="2000" dirty="0">
                <a:sym typeface="+mn-lt"/>
              </a:rPr>
              <a:t>Plugin</a:t>
            </a:r>
            <a:r>
              <a:rPr lang="zh-CN" altLang="en-US" sz="2000" dirty="0">
                <a:sym typeface="+mn-lt"/>
              </a:rPr>
              <a:t>和</a:t>
            </a:r>
            <a:r>
              <a:rPr lang="en-US" altLang="zh-CN" sz="2000" dirty="0">
                <a:sym typeface="+mn-lt"/>
              </a:rPr>
              <a:t>Flutter</a:t>
            </a:r>
            <a:r>
              <a:rPr lang="zh-CN" altLang="en-US" sz="2000" dirty="0">
                <a:sym typeface="+mn-lt"/>
              </a:rPr>
              <a:t> 产物之间的交叉引用</a:t>
            </a:r>
            <a:endParaRPr lang="en-US" altLang="zh-CN" sz="20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en-US" altLang="zh-CN" sz="20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en-US" altLang="zh-CN" sz="20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altLang="zh-CN" sz="2000" dirty="0">
                <a:sym typeface="+mn-lt"/>
              </a:rPr>
              <a:t>Flutter</a:t>
            </a:r>
            <a:r>
              <a:rPr lang="zh-CN" altLang="en-US" sz="2000" dirty="0">
                <a:sym typeface="+mn-lt"/>
              </a:rPr>
              <a:t> 开源项目</a:t>
            </a:r>
            <a:r>
              <a:rPr lang="en-US" altLang="zh-CN" sz="2000" dirty="0" err="1">
                <a:sym typeface="+mn-lt"/>
              </a:rPr>
              <a:t>Flutter_Boost</a:t>
            </a:r>
            <a:r>
              <a:rPr lang="zh-CN" altLang="en-US" sz="2000" dirty="0">
                <a:sym typeface="+mn-lt"/>
              </a:rPr>
              <a:t> 的调研</a:t>
            </a:r>
            <a:endParaRPr lang="en-US" altLang="zh-CN" sz="2000" dirty="0"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sz="2000" dirty="0">
                <a:sym typeface="+mn-lt"/>
              </a:rPr>
              <a:t>    提供进一步的性能优化，计划在</a:t>
            </a:r>
            <a:r>
              <a:rPr lang="en-US" altLang="zh-CN" sz="2000" dirty="0">
                <a:sym typeface="+mn-lt"/>
              </a:rPr>
              <a:t>Q2/Q3</a:t>
            </a:r>
            <a:r>
              <a:rPr lang="zh-CN" altLang="en-US" sz="2000" dirty="0">
                <a:sym typeface="+mn-lt"/>
              </a:rPr>
              <a:t> 修改调整，并且引入当前系统</a:t>
            </a:r>
            <a:endParaRPr lang="en-US" altLang="zh-CN" sz="2000" dirty="0">
              <a:sym typeface="+mn-lt"/>
            </a:endParaRPr>
          </a:p>
          <a:p>
            <a:pPr marL="457200" indent="-457200" algn="just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endParaRPr lang="en-US" altLang="zh-CN" sz="2000" dirty="0"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780173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文本框 17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4819047" y="1341604"/>
            <a:ext cx="2553905" cy="25361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 fontScale="85000" lnSpcReduction="20000"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40000"/>
              </a:lnSpc>
            </a:pPr>
            <a:r>
              <a:rPr lang="en-US" altLang="zh-CN" sz="16600" b="1" dirty="0">
                <a:solidFill>
                  <a:schemeClr val="bg1"/>
                </a:solidFill>
                <a:latin typeface="+mn-lt"/>
                <a:ea typeface="+mn-ea"/>
                <a:sym typeface="+mn-lt"/>
              </a:rPr>
              <a:t>3</a:t>
            </a:r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>
            <a:normAutofit fontScale="90000"/>
          </a:bodyPr>
          <a:lstStyle/>
          <a:p>
            <a:pPr>
              <a:lnSpc>
                <a:spcPct val="120000"/>
              </a:lnSpc>
            </a:pPr>
            <a:r>
              <a:rPr lang="zh-CN" altLang="en-US" dirty="0">
                <a:sym typeface="+mn-lt"/>
              </a:rPr>
              <a:t>学习和成长</a:t>
            </a:r>
            <a:br>
              <a:rPr lang="en-US" altLang="zh-CN" dirty="0">
                <a:sym typeface="+mn-lt"/>
              </a:rPr>
            </a:br>
            <a:endParaRPr lang="en-US" altLang="zh-CN" dirty="0"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772537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91440" tIns="45720" rIns="91440" bIns="45720" rtlCol="0" anchor="ctr">
            <a:norm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dirty="0">
                <a:solidFill>
                  <a:schemeClr val="bg1"/>
                </a:solidFill>
                <a:sym typeface="+mn-lt"/>
              </a:rPr>
              <a:t>学习和成长</a:t>
            </a:r>
            <a:r>
              <a:rPr lang="en-US" altLang="zh-CN" dirty="0">
                <a:solidFill>
                  <a:schemeClr val="bg1"/>
                </a:solidFill>
                <a:sym typeface="+mn-lt"/>
              </a:rPr>
              <a:t> 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>
            <a:normAutofit lnSpcReduction="10000"/>
          </a:bodyPr>
          <a:lstStyle/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en-US" altLang="zh-CN" sz="20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zh-CN" altLang="en-US" sz="2000" dirty="0">
                <a:sym typeface="+mn-lt"/>
              </a:rPr>
              <a:t>对</a:t>
            </a:r>
            <a:r>
              <a:rPr lang="en-US" altLang="zh-CN" sz="2000" dirty="0">
                <a:sym typeface="+mn-lt"/>
              </a:rPr>
              <a:t>Flutter</a:t>
            </a:r>
            <a:r>
              <a:rPr lang="zh-CN" altLang="en-US" sz="2000" dirty="0">
                <a:sym typeface="+mn-lt"/>
              </a:rPr>
              <a:t>的架构和底层原理进一步了解</a:t>
            </a:r>
            <a:endParaRPr lang="en-US" altLang="zh-CN" sz="20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en-US" altLang="zh-CN" sz="2000" dirty="0">
              <a:sym typeface="+mn-lt"/>
            </a:endParaRPr>
          </a:p>
          <a:p>
            <a:pPr lvl="1" algn="just">
              <a:lnSpc>
                <a:spcPct val="120000"/>
              </a:lnSpc>
              <a:spcBef>
                <a:spcPts val="0"/>
              </a:spcBef>
            </a:pPr>
            <a:r>
              <a:rPr lang="en-US" altLang="zh-CN" sz="1700" dirty="0">
                <a:sym typeface="+mn-lt"/>
              </a:rPr>
              <a:t>Flutter</a:t>
            </a:r>
            <a:r>
              <a:rPr lang="zh-CN" altLang="en-US" sz="1700" dirty="0">
                <a:sym typeface="+mn-lt"/>
              </a:rPr>
              <a:t> 产物的编译流程</a:t>
            </a:r>
            <a:endParaRPr lang="en-US" altLang="zh-CN" sz="1700" dirty="0">
              <a:sym typeface="+mn-lt"/>
            </a:endParaRPr>
          </a:p>
          <a:p>
            <a:pPr lvl="1" algn="just">
              <a:lnSpc>
                <a:spcPct val="120000"/>
              </a:lnSpc>
              <a:spcBef>
                <a:spcPts val="0"/>
              </a:spcBef>
            </a:pPr>
            <a:r>
              <a:rPr lang="en-US" altLang="zh-CN" sz="1700" dirty="0" err="1">
                <a:sym typeface="+mn-lt"/>
              </a:rPr>
              <a:t>HotReload</a:t>
            </a:r>
            <a:r>
              <a:rPr lang="zh-CN" altLang="en-US" sz="1700" dirty="0">
                <a:sym typeface="+mn-lt"/>
              </a:rPr>
              <a:t> 流程</a:t>
            </a:r>
            <a:endParaRPr lang="en-US" altLang="zh-CN" sz="1700" dirty="0">
              <a:sym typeface="+mn-lt"/>
            </a:endParaRPr>
          </a:p>
          <a:p>
            <a:pPr lvl="1" algn="just">
              <a:lnSpc>
                <a:spcPct val="120000"/>
              </a:lnSpc>
              <a:spcBef>
                <a:spcPts val="0"/>
              </a:spcBef>
            </a:pPr>
            <a:r>
              <a:rPr lang="en-US" altLang="zh-CN" sz="1700" dirty="0">
                <a:sym typeface="+mn-lt"/>
              </a:rPr>
              <a:t>Flutter</a:t>
            </a:r>
            <a:r>
              <a:rPr lang="zh-CN" altLang="en-US" sz="1700" dirty="0">
                <a:sym typeface="+mn-lt"/>
              </a:rPr>
              <a:t> </a:t>
            </a:r>
            <a:r>
              <a:rPr lang="en-US" altLang="zh-CN" sz="1700" dirty="0">
                <a:sym typeface="+mn-lt"/>
              </a:rPr>
              <a:t>&amp;</a:t>
            </a:r>
            <a:r>
              <a:rPr lang="zh-CN" altLang="en-US" sz="1700" dirty="0">
                <a:sym typeface="+mn-lt"/>
              </a:rPr>
              <a:t> </a:t>
            </a:r>
            <a:r>
              <a:rPr lang="en-US" altLang="zh-CN" sz="1700" dirty="0">
                <a:sym typeface="+mn-lt"/>
              </a:rPr>
              <a:t>Native</a:t>
            </a:r>
            <a:r>
              <a:rPr lang="zh-CN" altLang="en-US" sz="1700" dirty="0">
                <a:sym typeface="+mn-lt"/>
              </a:rPr>
              <a:t> 通讯 </a:t>
            </a:r>
            <a:r>
              <a:rPr lang="en-US" altLang="zh-CN" sz="1700" dirty="0">
                <a:sym typeface="+mn-lt"/>
              </a:rPr>
              <a:t>Channel</a:t>
            </a:r>
            <a:r>
              <a:rPr lang="zh-CN" altLang="en-US" sz="1700" dirty="0">
                <a:sym typeface="+mn-lt"/>
              </a:rPr>
              <a:t> 原理</a:t>
            </a:r>
            <a:endParaRPr lang="en-US" altLang="zh-CN" sz="17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en-US" altLang="zh-CN" sz="20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altLang="zh-CN" sz="2000" dirty="0">
                <a:sym typeface="+mn-lt"/>
              </a:rPr>
              <a:t>Flutter</a:t>
            </a:r>
            <a:r>
              <a:rPr lang="zh-CN" altLang="en-US" sz="2000" dirty="0">
                <a:sym typeface="+mn-lt"/>
              </a:rPr>
              <a:t>产物生成和整合过程的脚本化经验</a:t>
            </a:r>
            <a:endParaRPr lang="en-US" altLang="zh-CN" sz="20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en-US" altLang="zh-CN" sz="2000" dirty="0">
              <a:sym typeface="+mn-lt"/>
            </a:endParaRPr>
          </a:p>
          <a:p>
            <a:pPr lvl="1" algn="just">
              <a:lnSpc>
                <a:spcPct val="120000"/>
              </a:lnSpc>
              <a:spcBef>
                <a:spcPts val="0"/>
              </a:spcBef>
            </a:pPr>
            <a:r>
              <a:rPr lang="en-US" altLang="zh-CN" sz="1700" dirty="0">
                <a:sym typeface="+mn-lt"/>
              </a:rPr>
              <a:t>Flutter</a:t>
            </a:r>
            <a:r>
              <a:rPr lang="zh-CN" altLang="en-US" sz="1700" dirty="0">
                <a:sym typeface="+mn-lt"/>
              </a:rPr>
              <a:t> 产物生成和上传脚本</a:t>
            </a:r>
            <a:endParaRPr lang="en-US" altLang="zh-CN" sz="1700" dirty="0">
              <a:sym typeface="+mn-lt"/>
            </a:endParaRPr>
          </a:p>
          <a:p>
            <a:pPr lvl="1" algn="just">
              <a:lnSpc>
                <a:spcPct val="120000"/>
              </a:lnSpc>
              <a:spcBef>
                <a:spcPts val="0"/>
              </a:spcBef>
            </a:pPr>
            <a:r>
              <a:rPr lang="en-US" altLang="zh-CN" sz="1700" dirty="0">
                <a:sym typeface="+mn-lt"/>
              </a:rPr>
              <a:t>Flutter</a:t>
            </a:r>
            <a:r>
              <a:rPr lang="zh-CN" altLang="en-US" sz="1700" dirty="0">
                <a:sym typeface="+mn-lt"/>
              </a:rPr>
              <a:t>产物下载和整合脚本</a:t>
            </a:r>
            <a:endParaRPr lang="en-US" altLang="zh-CN" sz="1700" dirty="0">
              <a:sym typeface="+mn-lt"/>
            </a:endParaRPr>
          </a:p>
          <a:p>
            <a:pPr lvl="1" algn="just">
              <a:lnSpc>
                <a:spcPct val="120000"/>
              </a:lnSpc>
              <a:spcBef>
                <a:spcPts val="0"/>
              </a:spcBef>
            </a:pPr>
            <a:r>
              <a:rPr lang="zh-CN" altLang="en-US" sz="1700" dirty="0">
                <a:sym typeface="+mn-lt"/>
              </a:rPr>
              <a:t>文件服务器</a:t>
            </a:r>
            <a:r>
              <a:rPr lang="en-US" altLang="zh-CN" sz="1700" dirty="0" err="1">
                <a:sym typeface="+mn-lt"/>
              </a:rPr>
              <a:t>Artifacttory</a:t>
            </a:r>
            <a:endParaRPr lang="en-US" altLang="zh-CN" sz="1700" dirty="0"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sz="2000" dirty="0">
                <a:sym typeface="+mn-lt"/>
              </a:rPr>
              <a:t>   </a:t>
            </a:r>
            <a:endParaRPr lang="en-US" altLang="zh-CN" sz="20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en-US" altLang="zh-CN" sz="2000" dirty="0"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591868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91440" tIns="45720" rIns="91440" bIns="45720" rtlCol="0" anchor="ctr">
            <a:norm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dirty="0">
                <a:solidFill>
                  <a:schemeClr val="bg1"/>
                </a:solidFill>
                <a:sym typeface="+mn-lt"/>
              </a:rPr>
              <a:t>学习和成长</a:t>
            </a:r>
            <a:r>
              <a:rPr lang="en-US" altLang="zh-CN" dirty="0">
                <a:solidFill>
                  <a:schemeClr val="bg1"/>
                </a:solidFill>
                <a:sym typeface="+mn-lt"/>
              </a:rPr>
              <a:t> 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>
            <a:normAutofit/>
          </a:bodyPr>
          <a:lstStyle/>
          <a:p>
            <a:pPr lvl="1" algn="just">
              <a:lnSpc>
                <a:spcPct val="120000"/>
              </a:lnSpc>
              <a:spcBef>
                <a:spcPts val="0"/>
              </a:spcBef>
            </a:pPr>
            <a:endParaRPr lang="en-US" altLang="zh-CN" sz="20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zh-CN" altLang="en-US" sz="2000" dirty="0">
                <a:sym typeface="+mn-lt"/>
              </a:rPr>
              <a:t>将</a:t>
            </a:r>
            <a:r>
              <a:rPr lang="en-US" altLang="zh-CN" sz="2000" dirty="0">
                <a:sym typeface="+mn-lt"/>
              </a:rPr>
              <a:t>Flutter</a:t>
            </a:r>
            <a:r>
              <a:rPr lang="zh-CN" altLang="en-US" sz="2000" dirty="0">
                <a:sym typeface="+mn-lt"/>
              </a:rPr>
              <a:t> 特性和贝壳具体代码实情相结合的反思</a:t>
            </a:r>
            <a:endParaRPr lang="en-US" altLang="zh-CN" sz="20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en-US" altLang="zh-CN" sz="2000" dirty="0">
              <a:sym typeface="+mn-lt"/>
            </a:endParaRPr>
          </a:p>
          <a:p>
            <a:pPr lvl="1" algn="just">
              <a:lnSpc>
                <a:spcPct val="120000"/>
              </a:lnSpc>
              <a:spcBef>
                <a:spcPts val="0"/>
              </a:spcBef>
            </a:pPr>
            <a:r>
              <a:rPr lang="zh-CN" altLang="en-US" sz="1600" dirty="0">
                <a:sym typeface="+mn-lt"/>
              </a:rPr>
              <a:t>如何最大程度的将</a:t>
            </a:r>
            <a:r>
              <a:rPr lang="en-US" altLang="zh-CN" sz="1600" dirty="0">
                <a:sym typeface="+mn-lt"/>
              </a:rPr>
              <a:t>Flutter</a:t>
            </a:r>
            <a:r>
              <a:rPr lang="zh-CN" altLang="en-US" sz="1600" dirty="0">
                <a:sym typeface="+mn-lt"/>
              </a:rPr>
              <a:t>相关的代码和既有工程隔离</a:t>
            </a:r>
            <a:endParaRPr lang="en-US" altLang="zh-CN" sz="1600" dirty="0">
              <a:sym typeface="+mn-lt"/>
            </a:endParaRPr>
          </a:p>
          <a:p>
            <a:pPr lvl="1" algn="just">
              <a:lnSpc>
                <a:spcPct val="120000"/>
              </a:lnSpc>
              <a:spcBef>
                <a:spcPts val="0"/>
              </a:spcBef>
            </a:pPr>
            <a:r>
              <a:rPr lang="zh-CN" altLang="en-US" sz="1600" dirty="0">
                <a:sym typeface="+mn-lt"/>
              </a:rPr>
              <a:t>封装</a:t>
            </a:r>
            <a:r>
              <a:rPr lang="en-US" altLang="zh-CN" sz="1600" dirty="0" err="1">
                <a:sym typeface="+mn-lt"/>
              </a:rPr>
              <a:t>Natvie</a:t>
            </a:r>
            <a:r>
              <a:rPr lang="zh-CN" altLang="en-US" sz="1600" dirty="0">
                <a:sym typeface="+mn-lt"/>
              </a:rPr>
              <a:t>对应组件，如何规划参数，实现调用便利最大化</a:t>
            </a:r>
            <a:endParaRPr lang="en-US" altLang="zh-CN" sz="16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en-US" altLang="zh-CN" sz="20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zh-CN" altLang="en-US" sz="2000" dirty="0">
                <a:sym typeface="+mn-lt"/>
              </a:rPr>
              <a:t>开发过程中常见的坑</a:t>
            </a:r>
            <a:endParaRPr lang="en-US" altLang="zh-CN" sz="20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en-US" altLang="zh-CN" sz="2000" dirty="0">
              <a:sym typeface="+mn-lt"/>
            </a:endParaRPr>
          </a:p>
          <a:p>
            <a:pPr lvl="1" algn="just">
              <a:lnSpc>
                <a:spcPct val="120000"/>
              </a:lnSpc>
              <a:spcBef>
                <a:spcPts val="0"/>
              </a:spcBef>
            </a:pPr>
            <a:r>
              <a:rPr lang="zh-CN" altLang="en-US" sz="1600" dirty="0">
                <a:sym typeface="+mn-lt"/>
              </a:rPr>
              <a:t>例如由于编译配置不同，产生的白屏问题。</a:t>
            </a:r>
            <a:endParaRPr lang="en-US" altLang="zh-CN" sz="1600" dirty="0">
              <a:sym typeface="+mn-lt"/>
            </a:endParaRPr>
          </a:p>
          <a:p>
            <a:pPr lvl="1" algn="just">
              <a:lnSpc>
                <a:spcPct val="120000"/>
              </a:lnSpc>
              <a:spcBef>
                <a:spcPts val="0"/>
              </a:spcBef>
            </a:pPr>
            <a:r>
              <a:rPr lang="zh-CN" altLang="en-US" sz="1600" dirty="0">
                <a:sym typeface="+mn-lt"/>
              </a:rPr>
              <a:t>按照常规的</a:t>
            </a:r>
            <a:r>
              <a:rPr lang="en-US" altLang="zh-CN" sz="1600" dirty="0">
                <a:sym typeface="+mn-lt"/>
              </a:rPr>
              <a:t>pod</a:t>
            </a:r>
            <a:r>
              <a:rPr lang="zh-CN" altLang="en-US" sz="1600" dirty="0">
                <a:sym typeface="+mn-lt"/>
              </a:rPr>
              <a:t> </a:t>
            </a:r>
            <a:r>
              <a:rPr lang="en-US" altLang="zh-CN" sz="1600" dirty="0">
                <a:sym typeface="+mn-lt"/>
              </a:rPr>
              <a:t>install</a:t>
            </a:r>
            <a:r>
              <a:rPr lang="zh-CN" altLang="en-US" sz="1600" dirty="0">
                <a:sym typeface="+mn-lt"/>
              </a:rPr>
              <a:t> </a:t>
            </a:r>
            <a:r>
              <a:rPr lang="en-US" altLang="zh-CN" sz="1600" dirty="0">
                <a:sym typeface="+mn-lt"/>
              </a:rPr>
              <a:t>Flutter</a:t>
            </a:r>
            <a:r>
              <a:rPr lang="zh-CN" altLang="en-US" sz="1600" dirty="0">
                <a:sym typeface="+mn-lt"/>
              </a:rPr>
              <a:t> 模块产生的</a:t>
            </a:r>
            <a:r>
              <a:rPr lang="en-US" altLang="zh-CN" sz="1600" dirty="0">
                <a:sym typeface="+mn-lt"/>
              </a:rPr>
              <a:t>crash</a:t>
            </a:r>
          </a:p>
          <a:p>
            <a:pPr lvl="1" algn="just">
              <a:lnSpc>
                <a:spcPct val="120000"/>
              </a:lnSpc>
              <a:spcBef>
                <a:spcPts val="0"/>
              </a:spcBef>
            </a:pPr>
            <a:r>
              <a:rPr lang="en-US" altLang="zh-CN" sz="1600" dirty="0">
                <a:sym typeface="+mn-lt"/>
              </a:rPr>
              <a:t>Plugin</a:t>
            </a:r>
            <a:r>
              <a:rPr lang="zh-CN" altLang="en-US" sz="1600" dirty="0">
                <a:sym typeface="+mn-lt"/>
              </a:rPr>
              <a:t>调用失灵的问题</a:t>
            </a:r>
            <a:endParaRPr lang="en-US" altLang="zh-CN" sz="1600" dirty="0">
              <a:sym typeface="+mn-lt"/>
            </a:endParaRPr>
          </a:p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sz="2000" dirty="0">
                <a:sym typeface="+mn-lt"/>
              </a:rPr>
              <a:t>   </a:t>
            </a:r>
            <a:endParaRPr lang="en-US" altLang="zh-CN" sz="20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en-US" altLang="zh-CN" sz="2000" dirty="0"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833561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文本框 17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4819047" y="1341604"/>
            <a:ext cx="2553905" cy="25361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 fontScale="85000" lnSpcReduction="20000"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90204" pitchFamily="34" charset="0"/>
              <a:defRPr>
                <a:solidFill>
                  <a:schemeClr val="tx1"/>
                </a:solidFill>
                <a:latin typeface="Arial" panose="020B060402020209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40000"/>
              </a:lnSpc>
            </a:pPr>
            <a:r>
              <a:rPr lang="en-US" altLang="zh-CN" sz="16600" b="1" dirty="0">
                <a:solidFill>
                  <a:schemeClr val="bg1"/>
                </a:solidFill>
                <a:latin typeface="+mn-lt"/>
                <a:ea typeface="+mn-ea"/>
                <a:sym typeface="+mn-lt"/>
              </a:rPr>
              <a:t>4</a:t>
            </a:r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>
            <a:normAutofit fontScale="90000"/>
          </a:bodyPr>
          <a:lstStyle/>
          <a:p>
            <a:pPr>
              <a:lnSpc>
                <a:spcPct val="120000"/>
              </a:lnSpc>
            </a:pPr>
            <a:r>
              <a:rPr lang="zh-CN" altLang="en-US" dirty="0">
                <a:sym typeface="+mn-lt"/>
              </a:rPr>
              <a:t>未来规划</a:t>
            </a:r>
            <a:br>
              <a:rPr lang="en-US" altLang="zh-CN" dirty="0">
                <a:sym typeface="+mn-lt"/>
              </a:rPr>
            </a:br>
            <a:endParaRPr lang="en-US" altLang="zh-CN" dirty="0"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081862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91440" tIns="45720" rIns="91440" bIns="45720" rtlCol="0" anchor="ctr">
            <a:norm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dirty="0">
                <a:sym typeface="+mn-lt"/>
              </a:rPr>
              <a:t>未来规划</a:t>
            </a:r>
            <a:r>
              <a:rPr lang="en-US" altLang="zh-CN" dirty="0">
                <a:solidFill>
                  <a:schemeClr val="bg1"/>
                </a:solidFill>
                <a:sym typeface="+mn-lt"/>
              </a:rPr>
              <a:t> 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20000"/>
              </a:lnSpc>
              <a:spcBef>
                <a:spcPts val="0"/>
              </a:spcBef>
              <a:buNone/>
            </a:pPr>
            <a:endParaRPr lang="en-US" altLang="zh-CN" sz="20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zh-CN" altLang="en-US" sz="2000" dirty="0">
                <a:sym typeface="+mn-lt"/>
              </a:rPr>
              <a:t>基础平台优化优化：</a:t>
            </a:r>
            <a:endParaRPr lang="en-US" altLang="zh-CN" sz="2000" dirty="0">
              <a:sym typeface="+mn-lt"/>
            </a:endParaRPr>
          </a:p>
          <a:p>
            <a:pPr lvl="1" algn="just">
              <a:lnSpc>
                <a:spcPct val="120000"/>
              </a:lnSpc>
              <a:spcBef>
                <a:spcPts val="0"/>
              </a:spcBef>
            </a:pPr>
            <a:r>
              <a:rPr lang="zh-CN" altLang="en-US" sz="1600" dirty="0">
                <a:sym typeface="+mn-lt"/>
              </a:rPr>
              <a:t>性能优化</a:t>
            </a:r>
            <a:endParaRPr lang="en-US" altLang="zh-CN" sz="1600" dirty="0">
              <a:sym typeface="+mn-lt"/>
            </a:endParaRPr>
          </a:p>
          <a:p>
            <a:pPr lvl="1" algn="just">
              <a:lnSpc>
                <a:spcPct val="120000"/>
              </a:lnSpc>
              <a:spcBef>
                <a:spcPts val="0"/>
              </a:spcBef>
            </a:pPr>
            <a:r>
              <a:rPr lang="zh-CN" altLang="en-US" sz="1600" dirty="0">
                <a:sym typeface="+mn-lt"/>
              </a:rPr>
              <a:t>内存优化</a:t>
            </a:r>
            <a:endParaRPr lang="en-US" altLang="zh-CN" sz="1600" dirty="0">
              <a:sym typeface="+mn-lt"/>
            </a:endParaRPr>
          </a:p>
          <a:p>
            <a:pPr lvl="1" algn="just">
              <a:lnSpc>
                <a:spcPct val="120000"/>
              </a:lnSpc>
              <a:spcBef>
                <a:spcPts val="0"/>
              </a:spcBef>
            </a:pPr>
            <a:r>
              <a:rPr lang="zh-CN" altLang="en-US" sz="1600" dirty="0">
                <a:sym typeface="+mn-lt"/>
              </a:rPr>
              <a:t>开发过程优化</a:t>
            </a:r>
            <a:endParaRPr lang="en-US" altLang="zh-CN" sz="16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en-US" altLang="zh-CN" sz="20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altLang="zh-CN" sz="2000" dirty="0">
                <a:sym typeface="+mn-lt"/>
              </a:rPr>
              <a:t>Flutter</a:t>
            </a:r>
            <a:r>
              <a:rPr lang="zh-CN" altLang="en-US" sz="2000" dirty="0">
                <a:sym typeface="+mn-lt"/>
              </a:rPr>
              <a:t> 代码积累</a:t>
            </a:r>
            <a:endParaRPr lang="en-US" altLang="zh-CN" sz="2000" dirty="0">
              <a:sym typeface="+mn-lt"/>
            </a:endParaRPr>
          </a:p>
          <a:p>
            <a:pPr lvl="1" algn="just">
              <a:lnSpc>
                <a:spcPct val="120000"/>
              </a:lnSpc>
              <a:spcBef>
                <a:spcPts val="0"/>
              </a:spcBef>
            </a:pPr>
            <a:r>
              <a:rPr lang="en-US" altLang="zh-CN" sz="1600" dirty="0">
                <a:sym typeface="+mn-lt"/>
              </a:rPr>
              <a:t>Native</a:t>
            </a:r>
            <a:r>
              <a:rPr lang="zh-CN" altLang="en-US" sz="1600" dirty="0">
                <a:sym typeface="+mn-lt"/>
              </a:rPr>
              <a:t> 组件封装</a:t>
            </a:r>
            <a:endParaRPr lang="en-US" altLang="zh-CN" sz="1600" dirty="0">
              <a:sym typeface="+mn-lt"/>
            </a:endParaRPr>
          </a:p>
          <a:p>
            <a:pPr lvl="1" algn="just">
              <a:lnSpc>
                <a:spcPct val="120000"/>
              </a:lnSpc>
              <a:spcBef>
                <a:spcPts val="0"/>
              </a:spcBef>
            </a:pPr>
            <a:r>
              <a:rPr lang="zh-CN" altLang="en-US" sz="1600" dirty="0">
                <a:sym typeface="+mn-lt"/>
              </a:rPr>
              <a:t>可复用的</a:t>
            </a:r>
            <a:r>
              <a:rPr lang="en-US" altLang="zh-CN" sz="1600" dirty="0">
                <a:sym typeface="+mn-lt"/>
              </a:rPr>
              <a:t>Dart</a:t>
            </a:r>
            <a:r>
              <a:rPr lang="zh-CN" altLang="en-US" sz="1600" dirty="0">
                <a:sym typeface="+mn-lt"/>
              </a:rPr>
              <a:t> 代码</a:t>
            </a:r>
            <a:endParaRPr lang="en-US" altLang="zh-CN" sz="1600" dirty="0">
              <a:sym typeface="+mn-lt"/>
            </a:endParaRPr>
          </a:p>
          <a:p>
            <a:pPr lvl="1" algn="just">
              <a:lnSpc>
                <a:spcPct val="120000"/>
              </a:lnSpc>
              <a:spcBef>
                <a:spcPts val="0"/>
              </a:spcBef>
            </a:pPr>
            <a:endParaRPr lang="en-US" altLang="zh-CN" sz="20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zh-CN" altLang="en-US" sz="2000" dirty="0">
                <a:sym typeface="+mn-lt"/>
              </a:rPr>
              <a:t>为各个业务线提供更多页面开发支持：</a:t>
            </a:r>
            <a:endParaRPr lang="en-US" altLang="zh-CN" sz="2000" dirty="0">
              <a:sym typeface="+mn-lt"/>
            </a:endParaRPr>
          </a:p>
          <a:p>
            <a:pPr lvl="1" algn="just">
              <a:lnSpc>
                <a:spcPct val="120000"/>
              </a:lnSpc>
              <a:spcBef>
                <a:spcPts val="0"/>
              </a:spcBef>
            </a:pPr>
            <a:r>
              <a:rPr lang="zh-CN" altLang="en-US" sz="1600" dirty="0">
                <a:sym typeface="+mn-lt"/>
              </a:rPr>
              <a:t>由下而上：先开发流程最后一个页面，逐步向上倒推。</a:t>
            </a:r>
            <a:endParaRPr lang="en-US" altLang="zh-CN" sz="1600" dirty="0">
              <a:sym typeface="+mn-lt"/>
            </a:endParaRPr>
          </a:p>
          <a:p>
            <a:pPr lvl="1" algn="just">
              <a:lnSpc>
                <a:spcPct val="120000"/>
              </a:lnSpc>
              <a:spcBef>
                <a:spcPts val="0"/>
              </a:spcBef>
            </a:pPr>
            <a:r>
              <a:rPr lang="zh-CN" altLang="en-US" sz="1600" dirty="0">
                <a:sym typeface="+mn-lt"/>
              </a:rPr>
              <a:t>逐步引入 ：先用非关键节点的页面，总结出业务实际需要的关键代码，积累相关资源，之后逐步推广</a:t>
            </a:r>
            <a:endParaRPr lang="en-US" altLang="zh-CN" sz="1600" dirty="0">
              <a:sym typeface="+mn-lt"/>
            </a:endParaRP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endParaRPr lang="en-US" altLang="zh-CN" sz="2000" dirty="0">
              <a:sym typeface="+mn-lt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9467627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TEMPLATE_CATEGORY" val="custom"/>
  <p:tag name="KSO_WM_TEMPLATE_INDEX" val="2018296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TEMPLATE_CATEGORY" val="custom"/>
  <p:tag name="KSO_WM_TEMPLATE_INDEX" val="2018296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2961"/>
  <p:tag name="KSO_WM_TAG_VERSION" val="1.0"/>
  <p:tag name="KSO_WM_BEAUTIFY_FLAG" val="#wm#"/>
  <p:tag name="KSO_WM_TEMPLATE_THUMBS_INDEX" val="1、9、12、17、19、2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2961"/>
  <p:tag name="KSO_WM_TAG_VERSION" val="1.0"/>
  <p:tag name="KSO_WM_SLIDE_ID" val="custom20182961_1"/>
  <p:tag name="KSO_WM_SLIDE_INDEX" val="1"/>
  <p:tag name="KSO_WM_SLIDE_ITEM_CNT" val="2"/>
  <p:tag name="KSO_WM_SLIDE_LAYOUT" val="a_b"/>
  <p:tag name="KSO_WM_SLIDE_LAYOUT_CNT" val="1_1"/>
  <p:tag name="KSO_WM_SLIDE_TYPE" val="title"/>
  <p:tag name="KSO_WM_BEAUTIFY_FLAG" val="#wm#"/>
  <p:tag name="KSO_WM_TEMPLATE_THUMBS_INDEX" val="1、9、12、17、19、22、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2961"/>
  <p:tag name="KSO_WM_UNIT_TYPE" val="a"/>
  <p:tag name="KSO_WM_UNIT_INDEX" val="1"/>
  <p:tag name="KSO_WM_UNIT_ID" val="custom20182961_1*a*1"/>
  <p:tag name="KSO_WM_UNIT_LAYERLEVEL" val="1"/>
  <p:tag name="KSO_WM_UNIT_VALUE" val="11"/>
  <p:tag name="KSO_WM_UNIT_ISCONTENTSTITLE" val="0"/>
  <p:tag name="KSO_WM_UNIT_HIGHLIGHT" val="0"/>
  <p:tag name="KSO_WM_UNIT_COMPATIBLE" val="0"/>
  <p:tag name="KSO_WM_UNIT_CLEAR" val="0"/>
  <p:tag name="KSO_WM_BEAUTIFY_FLAG" val="#wm#"/>
  <p:tag name="KSO_WM_TAG_VERSION" val="1.0"/>
  <p:tag name="KSO_WM_UNIT_PRESET_TEXT" val="星空系列PPT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2961"/>
  <p:tag name="KSO_WM_UNIT_TYPE" val="b"/>
  <p:tag name="KSO_WM_UNIT_INDEX" val="1"/>
  <p:tag name="KSO_WM_UNIT_ID" val="custom20182961_1*b*1"/>
  <p:tag name="KSO_WM_UNIT_LAYERLEVEL" val="1"/>
  <p:tag name="KSO_WM_UNIT_VALUE" val="13"/>
  <p:tag name="KSO_WM_UNIT_ISCONTENTSTITLE" val="0"/>
  <p:tag name="KSO_WM_UNIT_HIGHLIGHT" val="0"/>
  <p:tag name="KSO_WM_UNIT_COMPATIBLE" val="0"/>
  <p:tag name="KSO_WM_UNIT_CLEAR" val="0"/>
  <p:tag name="KSO_WM_BEAUTIFY_FLAG" val="#wm#"/>
  <p:tag name="KSO_WM_TAG_VERSION" val="1.0"/>
  <p:tag name="KSO_WM_UNIT_PRESET_TEXT" val="闪耀星空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SLIDE_ITEM_CNT" val="1"/>
  <p:tag name="KSO_WM_SLIDE_LAYOUT" val="a_l"/>
  <p:tag name="KSO_WM_SLIDE_LAYOUT_CNT" val="1_1"/>
  <p:tag name="KSO_WM_SLIDE_TYPE" val="contents"/>
  <p:tag name="KSO_WM_BEAUTIFY_FLAG" val="#wm#"/>
  <p:tag name="KSO_WM_TEMPLATE_CATEGORY" val="custom"/>
  <p:tag name="KSO_WM_TEMPLATE_INDEX" val="20182961"/>
  <p:tag name="KSO_WM_SLIDE_ID" val="custom20182961_6"/>
  <p:tag name="KSO_WM_SLIDE_INDEX" val="6"/>
  <p:tag name="KSO_WM_DIAGRAM_GROUP_CODE" val="l1-1"/>
  <p:tag name="KSO_WM_TEMPLATE_THUMBS_INDEX" val="1、2、3、4、5、6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2961"/>
  <p:tag name="KSO_WM_TAG_VERSION" val="1.0"/>
  <p:tag name="KSO_WM_BEAUTIFY_FLAG" val="#wm#"/>
  <p:tag name="KSO_WM_UNIT_TYPE" val="a"/>
  <p:tag name="KSO_WM_UNIT_INDEX" val="1"/>
  <p:tag name="KSO_WM_UNIT_CLEAR" val="1"/>
  <p:tag name="KSO_WM_UNIT_LAYERLEVEL" val="1"/>
  <p:tag name="KSO_WM_UNIT_ISCONTENTSTITLE" val="1"/>
  <p:tag name="KSO_WM_UNIT_VALUE" val="9"/>
  <p:tag name="KSO_WM_UNIT_HIGHLIGHT" val="0"/>
  <p:tag name="KSO_WM_UNIT_COMPATIBLE" val="0"/>
  <p:tag name="KSO_WM_DIAGRAM_GROUP_CODE" val="l1_1"/>
  <p:tag name="KSO_WM_UNIT_ID" val="custom20182961_6*a*1"/>
  <p:tag name="KSO_WM_UNIT_PRESET_TEXT" val="CONTENTS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2961"/>
  <p:tag name="KSO_WM_TAG_VERSION" val="1.0"/>
  <p:tag name="KSO_WM_SLIDE_ID" val="custom20182961_12"/>
  <p:tag name="KSO_WM_SLIDE_INDEX" val="12"/>
  <p:tag name="KSO_WM_SLIDE_ITEM_CNT" val="1"/>
  <p:tag name="KSO_WM_SLIDE_LAYOUT" val="e_a"/>
  <p:tag name="KSO_WM_SLIDE_LAYOUT_CNT" val="1_1"/>
  <p:tag name="KSO_WM_SLIDE_TYPE" val="sectionTitle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2961"/>
  <p:tag name="KSO_WM_UNIT_TYPE" val="e"/>
  <p:tag name="KSO_WM_UNIT_INDEX" val="1"/>
  <p:tag name="KSO_WM_UNIT_ID" val="custom20182961_12*e*1"/>
  <p:tag name="KSO_WM_UNIT_LAYERLEVEL" val="1"/>
  <p:tag name="KSO_WM_UNIT_VALUE" val="2"/>
  <p:tag name="KSO_WM_UNIT_HIGHLIGHT" val="0"/>
  <p:tag name="KSO_WM_UNIT_COMPATIBLE" val="1"/>
  <p:tag name="KSO_WM_UNIT_CLEAR" val="0"/>
  <p:tag name="KSO_WM_BEAUTIFY_FLAG" val="#wm#"/>
  <p:tag name="KSO_WM_TAG_VERSION" val="1.0"/>
  <p:tag name="KSO_WM_UNIT_PRESET_TEXT" val="0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2961"/>
  <p:tag name="KSO_WM_UNIT_TYPE" val="a"/>
  <p:tag name="KSO_WM_UNIT_INDEX" val="1"/>
  <p:tag name="KSO_WM_UNIT_ID" val="custom20182961_12*a*1"/>
  <p:tag name="KSO_WM_UNIT_LAYERLEVEL" val="1"/>
  <p:tag name="KSO_WM_UNIT_VALUE" val="13"/>
  <p:tag name="KSO_WM_UNIT_ISCONTENTSTITLE" val="0"/>
  <p:tag name="KSO_WM_UNIT_HIGHLIGHT" val="0"/>
  <p:tag name="KSO_WM_UNIT_COMPATIBLE" val="0"/>
  <p:tag name="KSO_WM_UNIT_CLEAR" val="0"/>
  <p:tag name="KSO_WM_UNIT_PRESET_TEXT_INDEX" val="0"/>
  <p:tag name="KSO_WM_UNIT_PRESET_TEXT_LEN" val="9"/>
  <p:tag name="KSO_WM_BEAUTIFY_FLAG" val="#wm#"/>
  <p:tag name="KSO_WM_TAG_VERSION" val="1.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SIZE" val="828*343"/>
  <p:tag name="KSO_WM_SLIDE_POSITION" val="66*144"/>
  <p:tag name="KSO_WM_SLIDE_LAYOUT_CNT" val="1_1"/>
  <p:tag name="KSO_WM_SLIDE_LAYOUT" val="a_f"/>
  <p:tag name="KSO_WM_BEAUTIFY_FLAG" val="#wm#"/>
  <p:tag name="KSO_WM_SLIDE_TYPE" val="text"/>
  <p:tag name="KSO_WM_SLIDE_ITEM_CNT" val="1"/>
  <p:tag name="KSO_WM_SLIDE_INDEX" val="2"/>
  <p:tag name="KSO_WM_SLIDE_ID" val="custom20182961_2"/>
  <p:tag name="KSO_WM_TAG_VERSION" val="1.0"/>
  <p:tag name="KSO_WM_TEMPLATE_INDEX" val="20182961"/>
  <p:tag name="KSO_WM_TEMPLATE_CATEGORY" val="custom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2961"/>
  <p:tag name="KSO_WM_TAG_VERSION" val="1.0"/>
  <p:tag name="KSO_WM_BEAUTIFY_FLAG" val="#wm#"/>
  <p:tag name="KSO_WM_UNIT_PRESET_TEXT_LEN" val="9"/>
  <p:tag name="KSO_WM_UNIT_PRESET_TEXT_INDEX" val="0"/>
  <p:tag name="KSO_WM_UNIT_CLEAR" val="0"/>
  <p:tag name="KSO_WM_UNIT_COMPATIBLE" val="0"/>
  <p:tag name="KSO_WM_UNIT_HIGHLIGHT" val="0"/>
  <p:tag name="KSO_WM_UNIT_ISCONTENTSTITLE" val="0"/>
  <p:tag name="KSO_WM_UNIT_VALUE" val="22"/>
  <p:tag name="KSO_WM_UNIT_LAYERLEVEL" val="1"/>
  <p:tag name="KSO_WM_UNIT_INDEX" val="1"/>
  <p:tag name="KSO_WM_UNIT_ID" val="custom20182961_2*a*1"/>
  <p:tag name="KSO_WM_UNIT_TYPE" val="a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2961"/>
  <p:tag name="KSO_WM_TAG_VERSION" val="1.0"/>
  <p:tag name="KSO_WM_BEAUTIFY_FLAG" val="#wm#"/>
  <p:tag name="KSO_WM_UNIT_PRESET_TEXT_LEN" val="200"/>
  <p:tag name="KSO_WM_UNIT_PRESET_TEXT_INDEX" val="6"/>
  <p:tag name="KSO_WM_UNIT_CLEAR" val="0"/>
  <p:tag name="KSO_WM_UNIT_COMPATIBLE" val="0"/>
  <p:tag name="KSO_WM_UNIT_HIGHLIGHT" val="0"/>
  <p:tag name="KSO_WM_UNIT_VALUE" val="440"/>
  <p:tag name="KSO_WM_UNIT_LAYERLEVEL" val="1"/>
  <p:tag name="KSO_WM_UNIT_INDEX" val="1"/>
  <p:tag name="KSO_WM_UNIT_ID" val="custom20182961_2*f*1"/>
  <p:tag name="KSO_WM_UNIT_TYPE" val="f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2961"/>
  <p:tag name="KSO_WM_TAG_VERSION" val="1.0"/>
  <p:tag name="KSO_WM_SLIDE_ID" val="custom20182961_12"/>
  <p:tag name="KSO_WM_SLIDE_INDEX" val="12"/>
  <p:tag name="KSO_WM_SLIDE_ITEM_CNT" val="1"/>
  <p:tag name="KSO_WM_SLIDE_LAYOUT" val="e_a"/>
  <p:tag name="KSO_WM_SLIDE_LAYOUT_CNT" val="1_1"/>
  <p:tag name="KSO_WM_SLIDE_TYPE" val="sectionTitle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2961"/>
  <p:tag name="KSO_WM_UNIT_TYPE" val="e"/>
  <p:tag name="KSO_WM_UNIT_INDEX" val="1"/>
  <p:tag name="KSO_WM_UNIT_ID" val="custom20182961_12*e*1"/>
  <p:tag name="KSO_WM_UNIT_LAYERLEVEL" val="1"/>
  <p:tag name="KSO_WM_UNIT_VALUE" val="2"/>
  <p:tag name="KSO_WM_UNIT_HIGHLIGHT" val="0"/>
  <p:tag name="KSO_WM_UNIT_COMPATIBLE" val="1"/>
  <p:tag name="KSO_WM_UNIT_CLEAR" val="0"/>
  <p:tag name="KSO_WM_BEAUTIFY_FLAG" val="#wm#"/>
  <p:tag name="KSO_WM_TAG_VERSION" val="1.0"/>
  <p:tag name="KSO_WM_UNIT_PRESET_TEXT" val="0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2961"/>
  <p:tag name="KSO_WM_UNIT_TYPE" val="a"/>
  <p:tag name="KSO_WM_UNIT_INDEX" val="1"/>
  <p:tag name="KSO_WM_UNIT_ID" val="custom20182961_12*a*1"/>
  <p:tag name="KSO_WM_UNIT_LAYERLEVEL" val="1"/>
  <p:tag name="KSO_WM_UNIT_VALUE" val="13"/>
  <p:tag name="KSO_WM_UNIT_ISCONTENTSTITLE" val="0"/>
  <p:tag name="KSO_WM_UNIT_HIGHLIGHT" val="0"/>
  <p:tag name="KSO_WM_UNIT_COMPATIBLE" val="0"/>
  <p:tag name="KSO_WM_UNIT_CLEAR" val="0"/>
  <p:tag name="KSO_WM_UNIT_PRESET_TEXT_INDEX" val="0"/>
  <p:tag name="KSO_WM_UNIT_PRESET_TEXT_LEN" val="9"/>
  <p:tag name="KSO_WM_BEAUTIFY_FLAG" val="#wm#"/>
  <p:tag name="KSO_WM_TAG_VERSION" val="1.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SIZE" val="828*343"/>
  <p:tag name="KSO_WM_SLIDE_POSITION" val="66*144"/>
  <p:tag name="KSO_WM_SLIDE_LAYOUT_CNT" val="1_1"/>
  <p:tag name="KSO_WM_SLIDE_LAYOUT" val="a_f"/>
  <p:tag name="KSO_WM_BEAUTIFY_FLAG" val="#wm#"/>
  <p:tag name="KSO_WM_SLIDE_TYPE" val="text"/>
  <p:tag name="KSO_WM_SLIDE_ITEM_CNT" val="1"/>
  <p:tag name="KSO_WM_SLIDE_INDEX" val="2"/>
  <p:tag name="KSO_WM_SLIDE_ID" val="custom20182961_2"/>
  <p:tag name="KSO_WM_TAG_VERSION" val="1.0"/>
  <p:tag name="KSO_WM_TEMPLATE_INDEX" val="20182961"/>
  <p:tag name="KSO_WM_TEMPLATE_CATEGORY" val="custom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2961"/>
  <p:tag name="KSO_WM_TAG_VERSION" val="1.0"/>
  <p:tag name="KSO_WM_BEAUTIFY_FLAG" val="#wm#"/>
  <p:tag name="KSO_WM_UNIT_PRESET_TEXT_LEN" val="9"/>
  <p:tag name="KSO_WM_UNIT_PRESET_TEXT_INDEX" val="0"/>
  <p:tag name="KSO_WM_UNIT_CLEAR" val="0"/>
  <p:tag name="KSO_WM_UNIT_COMPATIBLE" val="0"/>
  <p:tag name="KSO_WM_UNIT_HIGHLIGHT" val="0"/>
  <p:tag name="KSO_WM_UNIT_ISCONTENTSTITLE" val="0"/>
  <p:tag name="KSO_WM_UNIT_VALUE" val="22"/>
  <p:tag name="KSO_WM_UNIT_LAYERLEVEL" val="1"/>
  <p:tag name="KSO_WM_UNIT_INDEX" val="1"/>
  <p:tag name="KSO_WM_UNIT_ID" val="custom20182961_2*a*1"/>
  <p:tag name="KSO_WM_UNIT_TYPE" val="a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2961"/>
  <p:tag name="KSO_WM_TAG_VERSION" val="1.0"/>
  <p:tag name="KSO_WM_BEAUTIFY_FLAG" val="#wm#"/>
  <p:tag name="KSO_WM_UNIT_PRESET_TEXT_LEN" val="200"/>
  <p:tag name="KSO_WM_UNIT_PRESET_TEXT_INDEX" val="6"/>
  <p:tag name="KSO_WM_UNIT_CLEAR" val="0"/>
  <p:tag name="KSO_WM_UNIT_COMPATIBLE" val="0"/>
  <p:tag name="KSO_WM_UNIT_HIGHLIGHT" val="0"/>
  <p:tag name="KSO_WM_UNIT_VALUE" val="440"/>
  <p:tag name="KSO_WM_UNIT_LAYERLEVEL" val="1"/>
  <p:tag name="KSO_WM_UNIT_INDEX" val="1"/>
  <p:tag name="KSO_WM_UNIT_ID" val="custom20182961_2*f*1"/>
  <p:tag name="KSO_WM_UNIT_TYPE" val="f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SIZE" val="828*343"/>
  <p:tag name="KSO_WM_SLIDE_POSITION" val="66*144"/>
  <p:tag name="KSO_WM_SLIDE_LAYOUT_CNT" val="1_1"/>
  <p:tag name="KSO_WM_SLIDE_LAYOUT" val="a_f"/>
  <p:tag name="KSO_WM_BEAUTIFY_FLAG" val="#wm#"/>
  <p:tag name="KSO_WM_SLIDE_TYPE" val="text"/>
  <p:tag name="KSO_WM_SLIDE_ITEM_CNT" val="1"/>
  <p:tag name="KSO_WM_SLIDE_INDEX" val="2"/>
  <p:tag name="KSO_WM_SLIDE_ID" val="custom20182961_2"/>
  <p:tag name="KSO_WM_TAG_VERSION" val="1.0"/>
  <p:tag name="KSO_WM_TEMPLATE_INDEX" val="20182961"/>
  <p:tag name="KSO_WM_TEMPLATE_CATEGORY" val="custom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2961"/>
  <p:tag name="KSO_WM_TAG_VERSION" val="1.0"/>
  <p:tag name="KSO_WM_BEAUTIFY_FLAG" val="#wm#"/>
  <p:tag name="KSO_WM_UNIT_PRESET_TEXT_LEN" val="9"/>
  <p:tag name="KSO_WM_UNIT_PRESET_TEXT_INDEX" val="0"/>
  <p:tag name="KSO_WM_UNIT_CLEAR" val="0"/>
  <p:tag name="KSO_WM_UNIT_COMPATIBLE" val="0"/>
  <p:tag name="KSO_WM_UNIT_HIGHLIGHT" val="0"/>
  <p:tag name="KSO_WM_UNIT_ISCONTENTSTITLE" val="0"/>
  <p:tag name="KSO_WM_UNIT_VALUE" val="22"/>
  <p:tag name="KSO_WM_UNIT_LAYERLEVEL" val="1"/>
  <p:tag name="KSO_WM_UNIT_INDEX" val="1"/>
  <p:tag name="KSO_WM_UNIT_ID" val="custom20182961_2*a*1"/>
  <p:tag name="KSO_WM_UNIT_TYPE" val="a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2961"/>
  <p:tag name="KSO_WM_TAG_VERSION" val="1.0"/>
  <p:tag name="KSO_WM_BEAUTIFY_FLAG" val="#wm#"/>
  <p:tag name="KSO_WM_UNIT_PRESET_TEXT_LEN" val="200"/>
  <p:tag name="KSO_WM_UNIT_PRESET_TEXT_INDEX" val="6"/>
  <p:tag name="KSO_WM_UNIT_CLEAR" val="0"/>
  <p:tag name="KSO_WM_UNIT_COMPATIBLE" val="0"/>
  <p:tag name="KSO_WM_UNIT_HIGHLIGHT" val="0"/>
  <p:tag name="KSO_WM_UNIT_VALUE" val="440"/>
  <p:tag name="KSO_WM_UNIT_LAYERLEVEL" val="1"/>
  <p:tag name="KSO_WM_UNIT_INDEX" val="1"/>
  <p:tag name="KSO_WM_UNIT_ID" val="custom20182961_2*f*1"/>
  <p:tag name="KSO_WM_UNIT_TYPE" val="f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SIZE" val="828*343"/>
  <p:tag name="KSO_WM_SLIDE_POSITION" val="66*144"/>
  <p:tag name="KSO_WM_SLIDE_LAYOUT_CNT" val="1_1"/>
  <p:tag name="KSO_WM_SLIDE_LAYOUT" val="a_f"/>
  <p:tag name="KSO_WM_BEAUTIFY_FLAG" val="#wm#"/>
  <p:tag name="KSO_WM_SLIDE_TYPE" val="text"/>
  <p:tag name="KSO_WM_SLIDE_ITEM_CNT" val="1"/>
  <p:tag name="KSO_WM_SLIDE_INDEX" val="2"/>
  <p:tag name="KSO_WM_SLIDE_ID" val="custom20182961_2"/>
  <p:tag name="KSO_WM_TAG_VERSION" val="1.0"/>
  <p:tag name="KSO_WM_TEMPLATE_INDEX" val="20182961"/>
  <p:tag name="KSO_WM_TEMPLATE_CATEGORY" val="custom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2961"/>
  <p:tag name="KSO_WM_TAG_VERSION" val="1.0"/>
  <p:tag name="KSO_WM_BEAUTIFY_FLAG" val="#wm#"/>
  <p:tag name="KSO_WM_UNIT_PRESET_TEXT_LEN" val="9"/>
  <p:tag name="KSO_WM_UNIT_PRESET_TEXT_INDEX" val="0"/>
  <p:tag name="KSO_WM_UNIT_CLEAR" val="0"/>
  <p:tag name="KSO_WM_UNIT_COMPATIBLE" val="0"/>
  <p:tag name="KSO_WM_UNIT_HIGHLIGHT" val="0"/>
  <p:tag name="KSO_WM_UNIT_ISCONTENTSTITLE" val="0"/>
  <p:tag name="KSO_WM_UNIT_VALUE" val="22"/>
  <p:tag name="KSO_WM_UNIT_LAYERLEVEL" val="1"/>
  <p:tag name="KSO_WM_UNIT_INDEX" val="1"/>
  <p:tag name="KSO_WM_UNIT_ID" val="custom20182961_2*a*1"/>
  <p:tag name="KSO_WM_UNIT_TYPE" val="a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2961"/>
  <p:tag name="KSO_WM_TAG_VERSION" val="1.0"/>
  <p:tag name="KSO_WM_BEAUTIFY_FLAG" val="#wm#"/>
  <p:tag name="KSO_WM_UNIT_PRESET_TEXT_LEN" val="200"/>
  <p:tag name="KSO_WM_UNIT_PRESET_TEXT_INDEX" val="6"/>
  <p:tag name="KSO_WM_UNIT_CLEAR" val="0"/>
  <p:tag name="KSO_WM_UNIT_COMPATIBLE" val="0"/>
  <p:tag name="KSO_WM_UNIT_HIGHLIGHT" val="0"/>
  <p:tag name="KSO_WM_UNIT_VALUE" val="440"/>
  <p:tag name="KSO_WM_UNIT_LAYERLEVEL" val="1"/>
  <p:tag name="KSO_WM_UNIT_INDEX" val="1"/>
  <p:tag name="KSO_WM_UNIT_ID" val="custom20182961_2*f*1"/>
  <p:tag name="KSO_WM_UNIT_TYPE" val="f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SIZE" val="828*343"/>
  <p:tag name="KSO_WM_SLIDE_POSITION" val="66*144"/>
  <p:tag name="KSO_WM_SLIDE_LAYOUT_CNT" val="1_1"/>
  <p:tag name="KSO_WM_SLIDE_LAYOUT" val="a_f"/>
  <p:tag name="KSO_WM_BEAUTIFY_FLAG" val="#wm#"/>
  <p:tag name="KSO_WM_SLIDE_TYPE" val="text"/>
  <p:tag name="KSO_WM_SLIDE_ITEM_CNT" val="1"/>
  <p:tag name="KSO_WM_SLIDE_INDEX" val="2"/>
  <p:tag name="KSO_WM_SLIDE_ID" val="custom20182961_2"/>
  <p:tag name="KSO_WM_TAG_VERSION" val="1.0"/>
  <p:tag name="KSO_WM_TEMPLATE_INDEX" val="20182961"/>
  <p:tag name="KSO_WM_TEMPLATE_CATEGORY" val="custom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2961"/>
  <p:tag name="KSO_WM_TAG_VERSION" val="1.0"/>
  <p:tag name="KSO_WM_BEAUTIFY_FLAG" val="#wm#"/>
  <p:tag name="KSO_WM_UNIT_PRESET_TEXT_LEN" val="9"/>
  <p:tag name="KSO_WM_UNIT_PRESET_TEXT_INDEX" val="0"/>
  <p:tag name="KSO_WM_UNIT_CLEAR" val="0"/>
  <p:tag name="KSO_WM_UNIT_COMPATIBLE" val="0"/>
  <p:tag name="KSO_WM_UNIT_HIGHLIGHT" val="0"/>
  <p:tag name="KSO_WM_UNIT_ISCONTENTSTITLE" val="0"/>
  <p:tag name="KSO_WM_UNIT_VALUE" val="22"/>
  <p:tag name="KSO_WM_UNIT_LAYERLEVEL" val="1"/>
  <p:tag name="KSO_WM_UNIT_INDEX" val="1"/>
  <p:tag name="KSO_WM_UNIT_ID" val="custom20182961_2*a*1"/>
  <p:tag name="KSO_WM_UNIT_TYPE" val="a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2961"/>
  <p:tag name="KSO_WM_TAG_VERSION" val="1.0"/>
  <p:tag name="KSO_WM_BEAUTIFY_FLAG" val="#wm#"/>
  <p:tag name="KSO_WM_UNIT_PRESET_TEXT_LEN" val="200"/>
  <p:tag name="KSO_WM_UNIT_PRESET_TEXT_INDEX" val="6"/>
  <p:tag name="KSO_WM_UNIT_CLEAR" val="0"/>
  <p:tag name="KSO_WM_UNIT_COMPATIBLE" val="0"/>
  <p:tag name="KSO_WM_UNIT_HIGHLIGHT" val="0"/>
  <p:tag name="KSO_WM_UNIT_VALUE" val="440"/>
  <p:tag name="KSO_WM_UNIT_LAYERLEVEL" val="1"/>
  <p:tag name="KSO_WM_UNIT_INDEX" val="1"/>
  <p:tag name="KSO_WM_UNIT_ID" val="custom20182961_2*f*1"/>
  <p:tag name="KSO_WM_UNIT_TYPE" val="f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SIZE" val="828*343"/>
  <p:tag name="KSO_WM_SLIDE_POSITION" val="66*144"/>
  <p:tag name="KSO_WM_SLIDE_LAYOUT_CNT" val="1_1"/>
  <p:tag name="KSO_WM_SLIDE_LAYOUT" val="a_f"/>
  <p:tag name="KSO_WM_BEAUTIFY_FLAG" val="#wm#"/>
  <p:tag name="KSO_WM_SLIDE_TYPE" val="text"/>
  <p:tag name="KSO_WM_SLIDE_ITEM_CNT" val="1"/>
  <p:tag name="KSO_WM_SLIDE_INDEX" val="2"/>
  <p:tag name="KSO_WM_SLIDE_ID" val="custom20182961_2"/>
  <p:tag name="KSO_WM_TAG_VERSION" val="1.0"/>
  <p:tag name="KSO_WM_TEMPLATE_INDEX" val="20182961"/>
  <p:tag name="KSO_WM_TEMPLATE_CATEGORY" val="custom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2961"/>
  <p:tag name="KSO_WM_TAG_VERSION" val="1.0"/>
  <p:tag name="KSO_WM_BEAUTIFY_FLAG" val="#wm#"/>
  <p:tag name="KSO_WM_UNIT_PRESET_TEXT_LEN" val="9"/>
  <p:tag name="KSO_WM_UNIT_PRESET_TEXT_INDEX" val="0"/>
  <p:tag name="KSO_WM_UNIT_CLEAR" val="0"/>
  <p:tag name="KSO_WM_UNIT_COMPATIBLE" val="0"/>
  <p:tag name="KSO_WM_UNIT_HIGHLIGHT" val="0"/>
  <p:tag name="KSO_WM_UNIT_ISCONTENTSTITLE" val="0"/>
  <p:tag name="KSO_WM_UNIT_VALUE" val="22"/>
  <p:tag name="KSO_WM_UNIT_LAYERLEVEL" val="1"/>
  <p:tag name="KSO_WM_UNIT_INDEX" val="1"/>
  <p:tag name="KSO_WM_UNIT_ID" val="custom20182961_2*a*1"/>
  <p:tag name="KSO_WM_UNIT_TYPE" val="a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2961"/>
  <p:tag name="KSO_WM_TAG_VERSION" val="1.0"/>
  <p:tag name="KSO_WM_BEAUTIFY_FLAG" val="#wm#"/>
  <p:tag name="KSO_WM_UNIT_PRESET_TEXT_LEN" val="200"/>
  <p:tag name="KSO_WM_UNIT_PRESET_TEXT_INDEX" val="6"/>
  <p:tag name="KSO_WM_UNIT_CLEAR" val="0"/>
  <p:tag name="KSO_WM_UNIT_COMPATIBLE" val="0"/>
  <p:tag name="KSO_WM_UNIT_HIGHLIGHT" val="0"/>
  <p:tag name="KSO_WM_UNIT_VALUE" val="440"/>
  <p:tag name="KSO_WM_UNIT_LAYERLEVEL" val="1"/>
  <p:tag name="KSO_WM_UNIT_INDEX" val="1"/>
  <p:tag name="KSO_WM_UNIT_ID" val="custom20182961_2*f*1"/>
  <p:tag name="KSO_WM_UNIT_TYPE" val="f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SIZE" val="828*343"/>
  <p:tag name="KSO_WM_SLIDE_POSITION" val="66*144"/>
  <p:tag name="KSO_WM_SLIDE_LAYOUT_CNT" val="1_1"/>
  <p:tag name="KSO_WM_SLIDE_LAYOUT" val="a_f"/>
  <p:tag name="KSO_WM_BEAUTIFY_FLAG" val="#wm#"/>
  <p:tag name="KSO_WM_SLIDE_TYPE" val="text"/>
  <p:tag name="KSO_WM_SLIDE_ITEM_CNT" val="1"/>
  <p:tag name="KSO_WM_SLIDE_INDEX" val="2"/>
  <p:tag name="KSO_WM_SLIDE_ID" val="custom20182961_2"/>
  <p:tag name="KSO_WM_TAG_VERSION" val="1.0"/>
  <p:tag name="KSO_WM_TEMPLATE_INDEX" val="20182961"/>
  <p:tag name="KSO_WM_TEMPLATE_CATEGORY" val="custom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2961"/>
  <p:tag name="KSO_WM_TAG_VERSION" val="1.0"/>
  <p:tag name="KSO_WM_BEAUTIFY_FLAG" val="#wm#"/>
  <p:tag name="KSO_WM_UNIT_PRESET_TEXT_LEN" val="9"/>
  <p:tag name="KSO_WM_UNIT_PRESET_TEXT_INDEX" val="0"/>
  <p:tag name="KSO_WM_UNIT_CLEAR" val="0"/>
  <p:tag name="KSO_WM_UNIT_COMPATIBLE" val="0"/>
  <p:tag name="KSO_WM_UNIT_HIGHLIGHT" val="0"/>
  <p:tag name="KSO_WM_UNIT_ISCONTENTSTITLE" val="0"/>
  <p:tag name="KSO_WM_UNIT_VALUE" val="22"/>
  <p:tag name="KSO_WM_UNIT_LAYERLEVEL" val="1"/>
  <p:tag name="KSO_WM_UNIT_INDEX" val="1"/>
  <p:tag name="KSO_WM_UNIT_ID" val="custom20182961_2*a*1"/>
  <p:tag name="KSO_WM_UNIT_TYPE" val="a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2961"/>
  <p:tag name="KSO_WM_TAG_VERSION" val="1.0"/>
  <p:tag name="KSO_WM_BEAUTIFY_FLAG" val="#wm#"/>
  <p:tag name="KSO_WM_UNIT_PRESET_TEXT_LEN" val="200"/>
  <p:tag name="KSO_WM_UNIT_PRESET_TEXT_INDEX" val="6"/>
  <p:tag name="KSO_WM_UNIT_CLEAR" val="0"/>
  <p:tag name="KSO_WM_UNIT_COMPATIBLE" val="0"/>
  <p:tag name="KSO_WM_UNIT_HIGHLIGHT" val="0"/>
  <p:tag name="KSO_WM_UNIT_VALUE" val="440"/>
  <p:tag name="KSO_WM_UNIT_LAYERLEVEL" val="1"/>
  <p:tag name="KSO_WM_UNIT_INDEX" val="1"/>
  <p:tag name="KSO_WM_UNIT_ID" val="custom20182961_2*f*1"/>
  <p:tag name="KSO_WM_UNIT_TYPE" val="f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SIZE" val="828*343"/>
  <p:tag name="KSO_WM_SLIDE_POSITION" val="66*144"/>
  <p:tag name="KSO_WM_SLIDE_LAYOUT_CNT" val="1_1"/>
  <p:tag name="KSO_WM_SLIDE_LAYOUT" val="a_f"/>
  <p:tag name="KSO_WM_BEAUTIFY_FLAG" val="#wm#"/>
  <p:tag name="KSO_WM_SLIDE_TYPE" val="text"/>
  <p:tag name="KSO_WM_SLIDE_ITEM_CNT" val="1"/>
  <p:tag name="KSO_WM_SLIDE_INDEX" val="2"/>
  <p:tag name="KSO_WM_SLIDE_ID" val="custom20182961_2"/>
  <p:tag name="KSO_WM_TAG_VERSION" val="1.0"/>
  <p:tag name="KSO_WM_TEMPLATE_INDEX" val="20182961"/>
  <p:tag name="KSO_WM_TEMPLATE_CATEGORY" val="custom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2961"/>
  <p:tag name="KSO_WM_TAG_VERSION" val="1.0"/>
  <p:tag name="KSO_WM_BEAUTIFY_FLAG" val="#wm#"/>
  <p:tag name="KSO_WM_UNIT_PRESET_TEXT_LEN" val="9"/>
  <p:tag name="KSO_WM_UNIT_PRESET_TEXT_INDEX" val="0"/>
  <p:tag name="KSO_WM_UNIT_CLEAR" val="0"/>
  <p:tag name="KSO_WM_UNIT_COMPATIBLE" val="0"/>
  <p:tag name="KSO_WM_UNIT_HIGHLIGHT" val="0"/>
  <p:tag name="KSO_WM_UNIT_ISCONTENTSTITLE" val="0"/>
  <p:tag name="KSO_WM_UNIT_VALUE" val="22"/>
  <p:tag name="KSO_WM_UNIT_LAYERLEVEL" val="1"/>
  <p:tag name="KSO_WM_UNIT_INDEX" val="1"/>
  <p:tag name="KSO_WM_UNIT_ID" val="custom20182961_2*a*1"/>
  <p:tag name="KSO_WM_UNIT_TYPE" val="a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2961"/>
  <p:tag name="KSO_WM_TAG_VERSION" val="1.0"/>
  <p:tag name="KSO_WM_BEAUTIFY_FLAG" val="#wm#"/>
  <p:tag name="KSO_WM_UNIT_PRESET_TEXT_LEN" val="200"/>
  <p:tag name="KSO_WM_UNIT_PRESET_TEXT_INDEX" val="6"/>
  <p:tag name="KSO_WM_UNIT_CLEAR" val="0"/>
  <p:tag name="KSO_WM_UNIT_COMPATIBLE" val="0"/>
  <p:tag name="KSO_WM_UNIT_HIGHLIGHT" val="0"/>
  <p:tag name="KSO_WM_UNIT_VALUE" val="440"/>
  <p:tag name="KSO_WM_UNIT_LAYERLEVEL" val="1"/>
  <p:tag name="KSO_WM_UNIT_INDEX" val="1"/>
  <p:tag name="KSO_WM_UNIT_ID" val="custom20182961_2*f*1"/>
  <p:tag name="KSO_WM_UNIT_TYPE" val="f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SIZE" val="828*343"/>
  <p:tag name="KSO_WM_SLIDE_POSITION" val="66*144"/>
  <p:tag name="KSO_WM_SLIDE_LAYOUT_CNT" val="1_1"/>
  <p:tag name="KSO_WM_SLIDE_LAYOUT" val="a_f"/>
  <p:tag name="KSO_WM_BEAUTIFY_FLAG" val="#wm#"/>
  <p:tag name="KSO_WM_SLIDE_TYPE" val="text"/>
  <p:tag name="KSO_WM_SLIDE_ITEM_CNT" val="1"/>
  <p:tag name="KSO_WM_SLIDE_INDEX" val="2"/>
  <p:tag name="KSO_WM_SLIDE_ID" val="custom20182961_2"/>
  <p:tag name="KSO_WM_TAG_VERSION" val="1.0"/>
  <p:tag name="KSO_WM_TEMPLATE_INDEX" val="20182961"/>
  <p:tag name="KSO_WM_TEMPLATE_CATEGORY" val="custom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2961"/>
  <p:tag name="KSO_WM_TAG_VERSION" val="1.0"/>
  <p:tag name="KSO_WM_BEAUTIFY_FLAG" val="#wm#"/>
  <p:tag name="KSO_WM_UNIT_PRESET_TEXT_LEN" val="9"/>
  <p:tag name="KSO_WM_UNIT_PRESET_TEXT_INDEX" val="0"/>
  <p:tag name="KSO_WM_UNIT_CLEAR" val="0"/>
  <p:tag name="KSO_WM_UNIT_COMPATIBLE" val="0"/>
  <p:tag name="KSO_WM_UNIT_HIGHLIGHT" val="0"/>
  <p:tag name="KSO_WM_UNIT_ISCONTENTSTITLE" val="0"/>
  <p:tag name="KSO_WM_UNIT_VALUE" val="22"/>
  <p:tag name="KSO_WM_UNIT_LAYERLEVEL" val="1"/>
  <p:tag name="KSO_WM_UNIT_INDEX" val="1"/>
  <p:tag name="KSO_WM_UNIT_ID" val="custom20182961_2*a*1"/>
  <p:tag name="KSO_WM_UNIT_TYPE" val="a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2961"/>
  <p:tag name="KSO_WM_TAG_VERSION" val="1.0"/>
  <p:tag name="KSO_WM_BEAUTIFY_FLAG" val="#wm#"/>
  <p:tag name="KSO_WM_UNIT_PRESET_TEXT_LEN" val="200"/>
  <p:tag name="KSO_WM_UNIT_PRESET_TEXT_INDEX" val="6"/>
  <p:tag name="KSO_WM_UNIT_CLEAR" val="0"/>
  <p:tag name="KSO_WM_UNIT_COMPATIBLE" val="0"/>
  <p:tag name="KSO_WM_UNIT_HIGHLIGHT" val="0"/>
  <p:tag name="KSO_WM_UNIT_VALUE" val="440"/>
  <p:tag name="KSO_WM_UNIT_LAYERLEVEL" val="1"/>
  <p:tag name="KSO_WM_UNIT_INDEX" val="1"/>
  <p:tag name="KSO_WM_UNIT_ID" val="custom20182961_2*f*1"/>
  <p:tag name="KSO_WM_UNIT_TYPE" val="f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SIZE" val="828*343"/>
  <p:tag name="KSO_WM_SLIDE_POSITION" val="66*144"/>
  <p:tag name="KSO_WM_SLIDE_LAYOUT_CNT" val="1_1"/>
  <p:tag name="KSO_WM_SLIDE_LAYOUT" val="a_f"/>
  <p:tag name="KSO_WM_BEAUTIFY_FLAG" val="#wm#"/>
  <p:tag name="KSO_WM_SLIDE_TYPE" val="text"/>
  <p:tag name="KSO_WM_SLIDE_ITEM_CNT" val="1"/>
  <p:tag name="KSO_WM_SLIDE_INDEX" val="2"/>
  <p:tag name="KSO_WM_SLIDE_ID" val="custom20182961_2"/>
  <p:tag name="KSO_WM_TAG_VERSION" val="1.0"/>
  <p:tag name="KSO_WM_TEMPLATE_INDEX" val="20182961"/>
  <p:tag name="KSO_WM_TEMPLATE_CATEGORY" val="custom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2961"/>
  <p:tag name="KSO_WM_TAG_VERSION" val="1.0"/>
  <p:tag name="KSO_WM_BEAUTIFY_FLAG" val="#wm#"/>
  <p:tag name="KSO_WM_UNIT_PRESET_TEXT_LEN" val="9"/>
  <p:tag name="KSO_WM_UNIT_PRESET_TEXT_INDEX" val="0"/>
  <p:tag name="KSO_WM_UNIT_CLEAR" val="0"/>
  <p:tag name="KSO_WM_UNIT_COMPATIBLE" val="0"/>
  <p:tag name="KSO_WM_UNIT_HIGHLIGHT" val="0"/>
  <p:tag name="KSO_WM_UNIT_ISCONTENTSTITLE" val="0"/>
  <p:tag name="KSO_WM_UNIT_VALUE" val="22"/>
  <p:tag name="KSO_WM_UNIT_LAYERLEVEL" val="1"/>
  <p:tag name="KSO_WM_UNIT_INDEX" val="1"/>
  <p:tag name="KSO_WM_UNIT_ID" val="custom20182961_2*a*1"/>
  <p:tag name="KSO_WM_UNIT_TYPE" val="a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2961"/>
  <p:tag name="KSO_WM_TAG_VERSION" val="1.0"/>
  <p:tag name="KSO_WM_BEAUTIFY_FLAG" val="#wm#"/>
  <p:tag name="KSO_WM_UNIT_PRESET_TEXT_LEN" val="200"/>
  <p:tag name="KSO_WM_UNIT_PRESET_TEXT_INDEX" val="6"/>
  <p:tag name="KSO_WM_UNIT_CLEAR" val="0"/>
  <p:tag name="KSO_WM_UNIT_COMPATIBLE" val="0"/>
  <p:tag name="KSO_WM_UNIT_HIGHLIGHT" val="0"/>
  <p:tag name="KSO_WM_UNIT_VALUE" val="440"/>
  <p:tag name="KSO_WM_UNIT_LAYERLEVEL" val="1"/>
  <p:tag name="KSO_WM_UNIT_INDEX" val="1"/>
  <p:tag name="KSO_WM_UNIT_ID" val="custom20182961_2*f*1"/>
  <p:tag name="KSO_WM_UNIT_TYPE" val="f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2961"/>
  <p:tag name="KSO_WM_TAG_VERSION" val="1.0"/>
  <p:tag name="KSO_WM_SLIDE_ID" val="custom20182961_12"/>
  <p:tag name="KSO_WM_SLIDE_INDEX" val="12"/>
  <p:tag name="KSO_WM_SLIDE_ITEM_CNT" val="1"/>
  <p:tag name="KSO_WM_SLIDE_LAYOUT" val="e_a"/>
  <p:tag name="KSO_WM_SLIDE_LAYOUT_CNT" val="1_1"/>
  <p:tag name="KSO_WM_SLIDE_TYPE" val="sectionTitle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2961"/>
  <p:tag name="KSO_WM_UNIT_TYPE" val="e"/>
  <p:tag name="KSO_WM_UNIT_INDEX" val="1"/>
  <p:tag name="KSO_WM_UNIT_ID" val="custom20182961_12*e*1"/>
  <p:tag name="KSO_WM_UNIT_LAYERLEVEL" val="1"/>
  <p:tag name="KSO_WM_UNIT_VALUE" val="2"/>
  <p:tag name="KSO_WM_UNIT_HIGHLIGHT" val="0"/>
  <p:tag name="KSO_WM_UNIT_COMPATIBLE" val="1"/>
  <p:tag name="KSO_WM_UNIT_CLEAR" val="0"/>
  <p:tag name="KSO_WM_BEAUTIFY_FLAG" val="#wm#"/>
  <p:tag name="KSO_WM_TAG_VERSION" val="1.0"/>
  <p:tag name="KSO_WM_UNIT_PRESET_TEXT" val="01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2961"/>
  <p:tag name="KSO_WM_UNIT_TYPE" val="a"/>
  <p:tag name="KSO_WM_UNIT_INDEX" val="1"/>
  <p:tag name="KSO_WM_UNIT_ID" val="custom20182961_12*a*1"/>
  <p:tag name="KSO_WM_UNIT_LAYERLEVEL" val="1"/>
  <p:tag name="KSO_WM_UNIT_VALUE" val="13"/>
  <p:tag name="KSO_WM_UNIT_ISCONTENTSTITLE" val="0"/>
  <p:tag name="KSO_WM_UNIT_HIGHLIGHT" val="0"/>
  <p:tag name="KSO_WM_UNIT_COMPATIBLE" val="0"/>
  <p:tag name="KSO_WM_UNIT_CLEAR" val="0"/>
  <p:tag name="KSO_WM_UNIT_PRESET_TEXT_INDEX" val="0"/>
  <p:tag name="KSO_WM_UNIT_PRESET_TEXT_LEN" val="9"/>
  <p:tag name="KSO_WM_BEAUTIFY_FLAG" val="#wm#"/>
  <p:tag name="KSO_WM_TAG_VERSION" val="1.0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SIZE" val="828*343"/>
  <p:tag name="KSO_WM_SLIDE_POSITION" val="66*144"/>
  <p:tag name="KSO_WM_SLIDE_LAYOUT_CNT" val="1_1"/>
  <p:tag name="KSO_WM_SLIDE_LAYOUT" val="a_f"/>
  <p:tag name="KSO_WM_BEAUTIFY_FLAG" val="#wm#"/>
  <p:tag name="KSO_WM_SLIDE_TYPE" val="text"/>
  <p:tag name="KSO_WM_SLIDE_ITEM_CNT" val="1"/>
  <p:tag name="KSO_WM_SLIDE_INDEX" val="2"/>
  <p:tag name="KSO_WM_SLIDE_ID" val="custom20182961_2"/>
  <p:tag name="KSO_WM_TAG_VERSION" val="1.0"/>
  <p:tag name="KSO_WM_TEMPLATE_INDEX" val="20182961"/>
  <p:tag name="KSO_WM_TEMPLATE_CATEGORY" val="custom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2961"/>
  <p:tag name="KSO_WM_TAG_VERSION" val="1.0"/>
  <p:tag name="KSO_WM_BEAUTIFY_FLAG" val="#wm#"/>
  <p:tag name="KSO_WM_UNIT_PRESET_TEXT_LEN" val="9"/>
  <p:tag name="KSO_WM_UNIT_PRESET_TEXT_INDEX" val="0"/>
  <p:tag name="KSO_WM_UNIT_CLEAR" val="0"/>
  <p:tag name="KSO_WM_UNIT_COMPATIBLE" val="0"/>
  <p:tag name="KSO_WM_UNIT_HIGHLIGHT" val="0"/>
  <p:tag name="KSO_WM_UNIT_ISCONTENTSTITLE" val="0"/>
  <p:tag name="KSO_WM_UNIT_VALUE" val="22"/>
  <p:tag name="KSO_WM_UNIT_LAYERLEVEL" val="1"/>
  <p:tag name="KSO_WM_UNIT_INDEX" val="1"/>
  <p:tag name="KSO_WM_UNIT_ID" val="custom20182961_2*a*1"/>
  <p:tag name="KSO_WM_UNIT_TYPE" val="a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2961"/>
  <p:tag name="KSO_WM_TAG_VERSION" val="1.0"/>
  <p:tag name="KSO_WM_BEAUTIFY_FLAG" val="#wm#"/>
  <p:tag name="KSO_WM_UNIT_PRESET_TEXT_LEN" val="200"/>
  <p:tag name="KSO_WM_UNIT_PRESET_TEXT_INDEX" val="6"/>
  <p:tag name="KSO_WM_UNIT_CLEAR" val="0"/>
  <p:tag name="KSO_WM_UNIT_COMPATIBLE" val="0"/>
  <p:tag name="KSO_WM_UNIT_HIGHLIGHT" val="0"/>
  <p:tag name="KSO_WM_UNIT_VALUE" val="440"/>
  <p:tag name="KSO_WM_UNIT_LAYERLEVEL" val="1"/>
  <p:tag name="KSO_WM_UNIT_INDEX" val="1"/>
  <p:tag name="KSO_WM_UNIT_ID" val="custom20182961_2*f*1"/>
  <p:tag name="KSO_WM_UNIT_TYPE" val="f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SIZE" val="828*343"/>
  <p:tag name="KSO_WM_SLIDE_POSITION" val="66*144"/>
  <p:tag name="KSO_WM_SLIDE_LAYOUT_CNT" val="1_1"/>
  <p:tag name="KSO_WM_SLIDE_LAYOUT" val="a_f"/>
  <p:tag name="KSO_WM_BEAUTIFY_FLAG" val="#wm#"/>
  <p:tag name="KSO_WM_SLIDE_TYPE" val="text"/>
  <p:tag name="KSO_WM_SLIDE_ITEM_CNT" val="1"/>
  <p:tag name="KSO_WM_SLIDE_INDEX" val="2"/>
  <p:tag name="KSO_WM_SLIDE_ID" val="custom20182961_2"/>
  <p:tag name="KSO_WM_TAG_VERSION" val="1.0"/>
  <p:tag name="KSO_WM_TEMPLATE_INDEX" val="20182961"/>
  <p:tag name="KSO_WM_TEMPLATE_CATEGORY" val="custom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2961"/>
  <p:tag name="KSO_WM_TAG_VERSION" val="1.0"/>
  <p:tag name="KSO_WM_BEAUTIFY_FLAG" val="#wm#"/>
  <p:tag name="KSO_WM_UNIT_PRESET_TEXT_LEN" val="9"/>
  <p:tag name="KSO_WM_UNIT_PRESET_TEXT_INDEX" val="0"/>
  <p:tag name="KSO_WM_UNIT_CLEAR" val="0"/>
  <p:tag name="KSO_WM_UNIT_COMPATIBLE" val="0"/>
  <p:tag name="KSO_WM_UNIT_HIGHLIGHT" val="0"/>
  <p:tag name="KSO_WM_UNIT_ISCONTENTSTITLE" val="0"/>
  <p:tag name="KSO_WM_UNIT_VALUE" val="22"/>
  <p:tag name="KSO_WM_UNIT_LAYERLEVEL" val="1"/>
  <p:tag name="KSO_WM_UNIT_INDEX" val="1"/>
  <p:tag name="KSO_WM_UNIT_ID" val="custom20182961_2*a*1"/>
  <p:tag name="KSO_WM_UNIT_TYPE" val="a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2961"/>
  <p:tag name="KSO_WM_TAG_VERSION" val="1.0"/>
  <p:tag name="KSO_WM_BEAUTIFY_FLAG" val="#wm#"/>
  <p:tag name="KSO_WM_UNIT_PRESET_TEXT_LEN" val="200"/>
  <p:tag name="KSO_WM_UNIT_PRESET_TEXT_INDEX" val="6"/>
  <p:tag name="KSO_WM_UNIT_CLEAR" val="0"/>
  <p:tag name="KSO_WM_UNIT_COMPATIBLE" val="0"/>
  <p:tag name="KSO_WM_UNIT_HIGHLIGHT" val="0"/>
  <p:tag name="KSO_WM_UNIT_VALUE" val="440"/>
  <p:tag name="KSO_WM_UNIT_LAYERLEVEL" val="1"/>
  <p:tag name="KSO_WM_UNIT_INDEX" val="1"/>
  <p:tag name="KSO_WM_UNIT_ID" val="custom20182961_2*f*1"/>
  <p:tag name="KSO_WM_UNIT_TYPE" val="f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2961"/>
  <p:tag name="KSO_WM_TAG_VERSION" val="1.0"/>
  <p:tag name="KSO_WM_SLIDE_ID" val="custom20182961_12"/>
  <p:tag name="KSO_WM_SLIDE_INDEX" val="12"/>
  <p:tag name="KSO_WM_SLIDE_ITEM_CNT" val="1"/>
  <p:tag name="KSO_WM_SLIDE_LAYOUT" val="e_a"/>
  <p:tag name="KSO_WM_SLIDE_LAYOUT_CNT" val="1_1"/>
  <p:tag name="KSO_WM_SLIDE_TYPE" val="sectionTitle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2961"/>
  <p:tag name="KSO_WM_UNIT_TYPE" val="e"/>
  <p:tag name="KSO_WM_UNIT_INDEX" val="1"/>
  <p:tag name="KSO_WM_UNIT_ID" val="custom20182961_12*e*1"/>
  <p:tag name="KSO_WM_UNIT_LAYERLEVEL" val="1"/>
  <p:tag name="KSO_WM_UNIT_VALUE" val="2"/>
  <p:tag name="KSO_WM_UNIT_HIGHLIGHT" val="0"/>
  <p:tag name="KSO_WM_UNIT_COMPATIBLE" val="1"/>
  <p:tag name="KSO_WM_UNIT_CLEAR" val="0"/>
  <p:tag name="KSO_WM_BEAUTIFY_FLAG" val="#wm#"/>
  <p:tag name="KSO_WM_TAG_VERSION" val="1.0"/>
  <p:tag name="KSO_WM_UNIT_PRESET_TEXT" val="01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2961"/>
  <p:tag name="KSO_WM_UNIT_TYPE" val="a"/>
  <p:tag name="KSO_WM_UNIT_INDEX" val="1"/>
  <p:tag name="KSO_WM_UNIT_ID" val="custom20182961_12*a*1"/>
  <p:tag name="KSO_WM_UNIT_LAYERLEVEL" val="1"/>
  <p:tag name="KSO_WM_UNIT_VALUE" val="13"/>
  <p:tag name="KSO_WM_UNIT_ISCONTENTSTITLE" val="0"/>
  <p:tag name="KSO_WM_UNIT_HIGHLIGHT" val="0"/>
  <p:tag name="KSO_WM_UNIT_COMPATIBLE" val="0"/>
  <p:tag name="KSO_WM_UNIT_CLEAR" val="0"/>
  <p:tag name="KSO_WM_UNIT_PRESET_TEXT_INDEX" val="0"/>
  <p:tag name="KSO_WM_UNIT_PRESET_TEXT_LEN" val="9"/>
  <p:tag name="KSO_WM_BEAUTIFY_FLAG" val="#wm#"/>
  <p:tag name="KSO_WM_TAG_VERSION" val="1.0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SIZE" val="828*343"/>
  <p:tag name="KSO_WM_SLIDE_POSITION" val="66*144"/>
  <p:tag name="KSO_WM_SLIDE_LAYOUT_CNT" val="1_1"/>
  <p:tag name="KSO_WM_SLIDE_LAYOUT" val="a_f"/>
  <p:tag name="KSO_WM_BEAUTIFY_FLAG" val="#wm#"/>
  <p:tag name="KSO_WM_SLIDE_TYPE" val="text"/>
  <p:tag name="KSO_WM_SLIDE_ITEM_CNT" val="1"/>
  <p:tag name="KSO_WM_SLIDE_INDEX" val="2"/>
  <p:tag name="KSO_WM_SLIDE_ID" val="custom20182961_2"/>
  <p:tag name="KSO_WM_TAG_VERSION" val="1.0"/>
  <p:tag name="KSO_WM_TEMPLATE_INDEX" val="20182961"/>
  <p:tag name="KSO_WM_TEMPLATE_CATEGORY" val="custom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2961"/>
  <p:tag name="KSO_WM_TAG_VERSION" val="1.0"/>
  <p:tag name="KSO_WM_BEAUTIFY_FLAG" val="#wm#"/>
  <p:tag name="KSO_WM_UNIT_PRESET_TEXT_LEN" val="9"/>
  <p:tag name="KSO_WM_UNIT_PRESET_TEXT_INDEX" val="0"/>
  <p:tag name="KSO_WM_UNIT_CLEAR" val="0"/>
  <p:tag name="KSO_WM_UNIT_COMPATIBLE" val="0"/>
  <p:tag name="KSO_WM_UNIT_HIGHLIGHT" val="0"/>
  <p:tag name="KSO_WM_UNIT_ISCONTENTSTITLE" val="0"/>
  <p:tag name="KSO_WM_UNIT_VALUE" val="22"/>
  <p:tag name="KSO_WM_UNIT_LAYERLEVEL" val="1"/>
  <p:tag name="KSO_WM_UNIT_INDEX" val="1"/>
  <p:tag name="KSO_WM_UNIT_ID" val="custom20182961_2*a*1"/>
  <p:tag name="KSO_WM_UNIT_TYPE" val="a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CATEGORY" val="custom"/>
  <p:tag name="KSO_WM_TEMPLATE_INDEX" val="20182961"/>
  <p:tag name="KSO_WM_TAG_VERSION" val="1.0"/>
  <p:tag name="KSO_WM_BEAUTIFY_FLAG" val="#wm#"/>
  <p:tag name="KSO_WM_UNIT_PRESET_TEXT_LEN" val="200"/>
  <p:tag name="KSO_WM_UNIT_PRESET_TEXT_INDEX" val="6"/>
  <p:tag name="KSO_WM_UNIT_CLEAR" val="0"/>
  <p:tag name="KSO_WM_UNIT_COMPATIBLE" val="0"/>
  <p:tag name="KSO_WM_UNIT_HIGHLIGHT" val="0"/>
  <p:tag name="KSO_WM_UNIT_VALUE" val="440"/>
  <p:tag name="KSO_WM_UNIT_LAYERLEVEL" val="1"/>
  <p:tag name="KSO_WM_UNIT_INDEX" val="1"/>
  <p:tag name="KSO_WM_UNIT_ID" val="custom20182961_2*f*1"/>
  <p:tag name="KSO_WM_UNIT_TYPE" val="f"/>
</p:tagLst>
</file>

<file path=ppt/theme/theme1.xml><?xml version="1.0" encoding="utf-8"?>
<a:theme xmlns:a="http://schemas.openxmlformats.org/drawingml/2006/main" name="1_Office 主题​​">
  <a:themeElements>
    <a:clrScheme name="Adjacency">
      <a:dk1>
        <a:srgbClr val="2F2B20"/>
      </a:dk1>
      <a:lt1>
        <a:srgbClr val="FFFFFF"/>
      </a:lt1>
      <a:dk2>
        <a:srgbClr val="675E47"/>
      </a:dk2>
      <a:lt2>
        <a:srgbClr val="DFDCB7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0roircou">
      <a:majorFont>
        <a:latin typeface="Arial"/>
        <a:ea typeface="SimHei"/>
        <a:cs typeface=""/>
      </a:majorFont>
      <a:minorFont>
        <a:latin typeface="Arial"/>
        <a:ea typeface="Sim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1252</TotalTime>
  <Words>643</Words>
  <Application>Microsoft Macintosh PowerPoint</Application>
  <PresentationFormat>宽屏</PresentationFormat>
  <Paragraphs>168</Paragraphs>
  <Slides>20</Slides>
  <Notes>19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3" baseType="lpstr">
      <vt:lpstr>Arial</vt:lpstr>
      <vt:lpstr>Calibri</vt:lpstr>
      <vt:lpstr>1_Office 主题​​</vt:lpstr>
      <vt:lpstr>人店中心/客户端架构架构 顾吉涛（iOS）</vt:lpstr>
      <vt:lpstr>PowerPoint 演示文稿</vt:lpstr>
      <vt:lpstr>基础信息 </vt:lpstr>
      <vt:lpstr>基础信息： </vt:lpstr>
      <vt:lpstr>业绩概述 </vt:lpstr>
      <vt:lpstr>2 业绩概述 </vt:lpstr>
      <vt:lpstr>Flutter &amp; iOS 整合：预期 </vt:lpstr>
      <vt:lpstr>Flutter &amp; iOS 整合：架构 </vt:lpstr>
      <vt:lpstr>Flutter &amp; iOS 整合: 模块划分</vt:lpstr>
      <vt:lpstr>Flutter &amp; iOS 整合: 业务支持</vt:lpstr>
      <vt:lpstr>Flutter &amp; iOS 整合: 业务支持</vt:lpstr>
      <vt:lpstr>Flutter &amp; iOS 整合: 业务支持</vt:lpstr>
      <vt:lpstr>Plugin 开发支持 </vt:lpstr>
      <vt:lpstr>Plugin 开发支持 </vt:lpstr>
      <vt:lpstr>优化调研</vt:lpstr>
      <vt:lpstr>学习和成长 </vt:lpstr>
      <vt:lpstr>学习和成长 </vt:lpstr>
      <vt:lpstr>学习和成长 </vt:lpstr>
      <vt:lpstr>未来规划 </vt:lpstr>
      <vt:lpstr>未来规划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kingsoft</dc:creator>
  <cp:lastModifiedBy>顾 吉涛</cp:lastModifiedBy>
  <cp:revision>130</cp:revision>
  <dcterms:created xsi:type="dcterms:W3CDTF">2019-04-15T03:30:29Z</dcterms:created>
  <dcterms:modified xsi:type="dcterms:W3CDTF">2019-06-17T13:02:36Z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2052-1.0.0.1327</vt:lpwstr>
  </property>
</Properties>
</file>